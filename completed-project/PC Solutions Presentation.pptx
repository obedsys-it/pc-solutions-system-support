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9"/>
  </p:notesMasterIdLst>
  <p:sldIdLst>
    <p:sldId id="261" r:id="rId5"/>
    <p:sldId id="263" r:id="rId6"/>
    <p:sldId id="264" r:id="rId7"/>
    <p:sldId id="265" r:id="rId8"/>
    <p:sldId id="266" r:id="rId9"/>
    <p:sldId id="268" r:id="rId10"/>
    <p:sldId id="267" r:id="rId11"/>
    <p:sldId id="269" r:id="rId12"/>
    <p:sldId id="270" r:id="rId13"/>
    <p:sldId id="271" r:id="rId14"/>
    <p:sldId id="272" r:id="rId15"/>
    <p:sldId id="273" r:id="rId16"/>
    <p:sldId id="274" r:id="rId17"/>
    <p:sldId id="275" r:id="rId18"/>
    <p:sldId id="276" r:id="rId19"/>
    <p:sldId id="277" r:id="rId20"/>
    <p:sldId id="279" r:id="rId21"/>
    <p:sldId id="278" r:id="rId22"/>
    <p:sldId id="280" r:id="rId23"/>
    <p:sldId id="281" r:id="rId24"/>
    <p:sldId id="282" r:id="rId25"/>
    <p:sldId id="283" r:id="rId26"/>
    <p:sldId id="284" r:id="rId27"/>
    <p:sldId id="28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bed Cahua" userId="ab53daf6-7090-4b69-91a4-72a31d0766e2" providerId="ADAL" clId="{F0FB674E-61A3-4EA9-9249-E4FB5D87B2B1}"/>
    <pc:docChg chg="undo redo custSel addSld delSld modSld sldOrd">
      <pc:chgData name="Obed Cahua" userId="ab53daf6-7090-4b69-91a4-72a31d0766e2" providerId="ADAL" clId="{F0FB674E-61A3-4EA9-9249-E4FB5D87B2B1}" dt="2021-03-29T20:01:37.614" v="4275" actId="313"/>
      <pc:docMkLst>
        <pc:docMk/>
      </pc:docMkLst>
      <pc:sldChg chg="modSp mod">
        <pc:chgData name="Obed Cahua" userId="ab53daf6-7090-4b69-91a4-72a31d0766e2" providerId="ADAL" clId="{F0FB674E-61A3-4EA9-9249-E4FB5D87B2B1}" dt="2021-03-29T20:01:03.913" v="4274" actId="20577"/>
        <pc:sldMkLst>
          <pc:docMk/>
          <pc:sldMk cId="1337192207" sldId="261"/>
        </pc:sldMkLst>
        <pc:spChg chg="mod">
          <ac:chgData name="Obed Cahua" userId="ab53daf6-7090-4b69-91a4-72a31d0766e2" providerId="ADAL" clId="{F0FB674E-61A3-4EA9-9249-E4FB5D87B2B1}" dt="2021-03-29T20:01:03.913" v="4274" actId="20577"/>
          <ac:spMkLst>
            <pc:docMk/>
            <pc:sldMk cId="1337192207" sldId="261"/>
            <ac:spMk id="2" creationId="{ED476017-D224-40AE-B921-67525450151A}"/>
          </ac:spMkLst>
        </pc:spChg>
      </pc:sldChg>
      <pc:sldChg chg="modSp mod">
        <pc:chgData name="Obed Cahua" userId="ab53daf6-7090-4b69-91a4-72a31d0766e2" providerId="ADAL" clId="{F0FB674E-61A3-4EA9-9249-E4FB5D87B2B1}" dt="2021-03-29T18:43:40.519" v="371" actId="20577"/>
        <pc:sldMkLst>
          <pc:docMk/>
          <pc:sldMk cId="818451501" sldId="263"/>
        </pc:sldMkLst>
        <pc:spChg chg="mod">
          <ac:chgData name="Obed Cahua" userId="ab53daf6-7090-4b69-91a4-72a31d0766e2" providerId="ADAL" clId="{F0FB674E-61A3-4EA9-9249-E4FB5D87B2B1}" dt="2021-03-29T18:36:36.400" v="54" actId="20577"/>
          <ac:spMkLst>
            <pc:docMk/>
            <pc:sldMk cId="818451501" sldId="263"/>
            <ac:spMk id="2" creationId="{8D2193D6-301F-4D53-A1CD-5F65BA8473FB}"/>
          </ac:spMkLst>
        </pc:spChg>
        <pc:spChg chg="mod">
          <ac:chgData name="Obed Cahua" userId="ab53daf6-7090-4b69-91a4-72a31d0766e2" providerId="ADAL" clId="{F0FB674E-61A3-4EA9-9249-E4FB5D87B2B1}" dt="2021-03-29T18:43:40.519" v="371" actId="20577"/>
          <ac:spMkLst>
            <pc:docMk/>
            <pc:sldMk cId="818451501" sldId="263"/>
            <ac:spMk id="3" creationId="{4B764C47-EBF7-4A5E-8FBE-64B2994C3B1F}"/>
          </ac:spMkLst>
        </pc:spChg>
      </pc:sldChg>
      <pc:sldChg chg="modSp new mod">
        <pc:chgData name="Obed Cahua" userId="ab53daf6-7090-4b69-91a4-72a31d0766e2" providerId="ADAL" clId="{F0FB674E-61A3-4EA9-9249-E4FB5D87B2B1}" dt="2021-03-29T18:45:20.216" v="417" actId="1076"/>
        <pc:sldMkLst>
          <pc:docMk/>
          <pc:sldMk cId="2833723477" sldId="264"/>
        </pc:sldMkLst>
        <pc:spChg chg="mod">
          <ac:chgData name="Obed Cahua" userId="ab53daf6-7090-4b69-91a4-72a31d0766e2" providerId="ADAL" clId="{F0FB674E-61A3-4EA9-9249-E4FB5D87B2B1}" dt="2021-03-29T18:45:18.269" v="416" actId="313"/>
          <ac:spMkLst>
            <pc:docMk/>
            <pc:sldMk cId="2833723477" sldId="264"/>
            <ac:spMk id="2" creationId="{817DCA4C-B227-493A-8F4C-E4F50D76C0E2}"/>
          </ac:spMkLst>
        </pc:spChg>
        <pc:spChg chg="mod">
          <ac:chgData name="Obed Cahua" userId="ab53daf6-7090-4b69-91a4-72a31d0766e2" providerId="ADAL" clId="{F0FB674E-61A3-4EA9-9249-E4FB5D87B2B1}" dt="2021-03-29T18:45:20.216" v="417" actId="1076"/>
          <ac:spMkLst>
            <pc:docMk/>
            <pc:sldMk cId="2833723477" sldId="264"/>
            <ac:spMk id="3" creationId="{6E6E1C9A-9F11-4137-B7FF-2FEF4D559D5F}"/>
          </ac:spMkLst>
        </pc:spChg>
      </pc:sldChg>
      <pc:sldChg chg="modSp new mod">
        <pc:chgData name="Obed Cahua" userId="ab53daf6-7090-4b69-91a4-72a31d0766e2" providerId="ADAL" clId="{F0FB674E-61A3-4EA9-9249-E4FB5D87B2B1}" dt="2021-03-29T18:52:44.099" v="699" actId="2711"/>
        <pc:sldMkLst>
          <pc:docMk/>
          <pc:sldMk cId="1284567449" sldId="265"/>
        </pc:sldMkLst>
        <pc:spChg chg="mod">
          <ac:chgData name="Obed Cahua" userId="ab53daf6-7090-4b69-91a4-72a31d0766e2" providerId="ADAL" clId="{F0FB674E-61A3-4EA9-9249-E4FB5D87B2B1}" dt="2021-03-29T18:45:32.807" v="440" actId="20577"/>
          <ac:spMkLst>
            <pc:docMk/>
            <pc:sldMk cId="1284567449" sldId="265"/>
            <ac:spMk id="2" creationId="{50E93539-20C8-433D-A2ED-C19FBFDF6F24}"/>
          </ac:spMkLst>
        </pc:spChg>
        <pc:spChg chg="mod">
          <ac:chgData name="Obed Cahua" userId="ab53daf6-7090-4b69-91a4-72a31d0766e2" providerId="ADAL" clId="{F0FB674E-61A3-4EA9-9249-E4FB5D87B2B1}" dt="2021-03-29T18:52:44.099" v="699" actId="2711"/>
          <ac:spMkLst>
            <pc:docMk/>
            <pc:sldMk cId="1284567449" sldId="265"/>
            <ac:spMk id="3" creationId="{0B42FF6C-CE5F-4867-A81A-2B5163D3B937}"/>
          </ac:spMkLst>
        </pc:spChg>
      </pc:sldChg>
      <pc:sldChg chg="modSp new mod">
        <pc:chgData name="Obed Cahua" userId="ab53daf6-7090-4b69-91a4-72a31d0766e2" providerId="ADAL" clId="{F0FB674E-61A3-4EA9-9249-E4FB5D87B2B1}" dt="2021-03-29T18:57:57.213" v="868" actId="403"/>
        <pc:sldMkLst>
          <pc:docMk/>
          <pc:sldMk cId="1920264575" sldId="266"/>
        </pc:sldMkLst>
        <pc:spChg chg="mod">
          <ac:chgData name="Obed Cahua" userId="ab53daf6-7090-4b69-91a4-72a31d0766e2" providerId="ADAL" clId="{F0FB674E-61A3-4EA9-9249-E4FB5D87B2B1}" dt="2021-03-29T18:54:14.907" v="729" actId="20577"/>
          <ac:spMkLst>
            <pc:docMk/>
            <pc:sldMk cId="1920264575" sldId="266"/>
            <ac:spMk id="2" creationId="{5E4667EF-0A8E-4505-9FE0-2A10EEE60E8F}"/>
          </ac:spMkLst>
        </pc:spChg>
        <pc:spChg chg="mod">
          <ac:chgData name="Obed Cahua" userId="ab53daf6-7090-4b69-91a4-72a31d0766e2" providerId="ADAL" clId="{F0FB674E-61A3-4EA9-9249-E4FB5D87B2B1}" dt="2021-03-29T18:57:57.213" v="868" actId="403"/>
          <ac:spMkLst>
            <pc:docMk/>
            <pc:sldMk cId="1920264575" sldId="266"/>
            <ac:spMk id="3" creationId="{CB9E7B20-78EB-43E0-87EC-F56D4931C0E4}"/>
          </ac:spMkLst>
        </pc:spChg>
      </pc:sldChg>
      <pc:sldChg chg="new del">
        <pc:chgData name="Obed Cahua" userId="ab53daf6-7090-4b69-91a4-72a31d0766e2" providerId="ADAL" clId="{F0FB674E-61A3-4EA9-9249-E4FB5D87B2B1}" dt="2021-03-29T18:58:50.044" v="870" actId="2696"/>
        <pc:sldMkLst>
          <pc:docMk/>
          <pc:sldMk cId="1696384925" sldId="267"/>
        </pc:sldMkLst>
      </pc:sldChg>
      <pc:sldChg chg="modSp new mod">
        <pc:chgData name="Obed Cahua" userId="ab53daf6-7090-4b69-91a4-72a31d0766e2" providerId="ADAL" clId="{F0FB674E-61A3-4EA9-9249-E4FB5D87B2B1}" dt="2021-03-29T18:59:38.808" v="946" actId="20577"/>
        <pc:sldMkLst>
          <pc:docMk/>
          <pc:sldMk cId="4157719229" sldId="267"/>
        </pc:sldMkLst>
        <pc:spChg chg="mod">
          <ac:chgData name="Obed Cahua" userId="ab53daf6-7090-4b69-91a4-72a31d0766e2" providerId="ADAL" clId="{F0FB674E-61A3-4EA9-9249-E4FB5D87B2B1}" dt="2021-03-29T18:59:38.808" v="946" actId="20577"/>
          <ac:spMkLst>
            <pc:docMk/>
            <pc:sldMk cId="4157719229" sldId="267"/>
            <ac:spMk id="2" creationId="{54EA6F7F-FC8E-4B64-8514-CAD85CDC9725}"/>
          </ac:spMkLst>
        </pc:spChg>
      </pc:sldChg>
      <pc:sldChg chg="new del">
        <pc:chgData name="Obed Cahua" userId="ab53daf6-7090-4b69-91a4-72a31d0766e2" providerId="ADAL" clId="{F0FB674E-61A3-4EA9-9249-E4FB5D87B2B1}" dt="2021-03-29T19:00:15.513" v="948" actId="2696"/>
        <pc:sldMkLst>
          <pc:docMk/>
          <pc:sldMk cId="1302860591" sldId="268"/>
        </pc:sldMkLst>
      </pc:sldChg>
      <pc:sldChg chg="modSp new mod ord">
        <pc:chgData name="Obed Cahua" userId="ab53daf6-7090-4b69-91a4-72a31d0766e2" providerId="ADAL" clId="{F0FB674E-61A3-4EA9-9249-E4FB5D87B2B1}" dt="2021-03-29T19:01:47.902" v="1025"/>
        <pc:sldMkLst>
          <pc:docMk/>
          <pc:sldMk cId="1711785155" sldId="268"/>
        </pc:sldMkLst>
        <pc:spChg chg="mod">
          <ac:chgData name="Obed Cahua" userId="ab53daf6-7090-4b69-91a4-72a31d0766e2" providerId="ADAL" clId="{F0FB674E-61A3-4EA9-9249-E4FB5D87B2B1}" dt="2021-03-29T19:01:28.450" v="1023" actId="20577"/>
          <ac:spMkLst>
            <pc:docMk/>
            <pc:sldMk cId="1711785155" sldId="268"/>
            <ac:spMk id="2" creationId="{295EA9B2-5804-4BE5-A959-B5AB4E21B1EB}"/>
          </ac:spMkLst>
        </pc:spChg>
        <pc:spChg chg="mod">
          <ac:chgData name="Obed Cahua" userId="ab53daf6-7090-4b69-91a4-72a31d0766e2" providerId="ADAL" clId="{F0FB674E-61A3-4EA9-9249-E4FB5D87B2B1}" dt="2021-03-29T19:01:21.186" v="1011" actId="20577"/>
          <ac:spMkLst>
            <pc:docMk/>
            <pc:sldMk cId="1711785155" sldId="268"/>
            <ac:spMk id="3" creationId="{1A980807-8124-4946-A687-2C88D1588ECA}"/>
          </ac:spMkLst>
        </pc:spChg>
      </pc:sldChg>
      <pc:sldChg chg="new del">
        <pc:chgData name="Obed Cahua" userId="ab53daf6-7090-4b69-91a4-72a31d0766e2" providerId="ADAL" clId="{F0FB674E-61A3-4EA9-9249-E4FB5D87B2B1}" dt="2021-03-29T19:02:22.901" v="1027" actId="2696"/>
        <pc:sldMkLst>
          <pc:docMk/>
          <pc:sldMk cId="1939389702" sldId="269"/>
        </pc:sldMkLst>
      </pc:sldChg>
      <pc:sldChg chg="modSp new mod">
        <pc:chgData name="Obed Cahua" userId="ab53daf6-7090-4b69-91a4-72a31d0766e2" providerId="ADAL" clId="{F0FB674E-61A3-4EA9-9249-E4FB5D87B2B1}" dt="2021-03-29T19:04:48.644" v="1164" actId="20577"/>
        <pc:sldMkLst>
          <pc:docMk/>
          <pc:sldMk cId="4228099912" sldId="269"/>
        </pc:sldMkLst>
        <pc:spChg chg="mod">
          <ac:chgData name="Obed Cahua" userId="ab53daf6-7090-4b69-91a4-72a31d0766e2" providerId="ADAL" clId="{F0FB674E-61A3-4EA9-9249-E4FB5D87B2B1}" dt="2021-03-29T19:03:35.849" v="1134" actId="20577"/>
          <ac:spMkLst>
            <pc:docMk/>
            <pc:sldMk cId="4228099912" sldId="269"/>
            <ac:spMk id="2" creationId="{24019DED-D3D2-43DF-9088-EE364AD502F2}"/>
          </ac:spMkLst>
        </pc:spChg>
        <pc:spChg chg="mod">
          <ac:chgData name="Obed Cahua" userId="ab53daf6-7090-4b69-91a4-72a31d0766e2" providerId="ADAL" clId="{F0FB674E-61A3-4EA9-9249-E4FB5D87B2B1}" dt="2021-03-29T19:04:48.644" v="1164" actId="20577"/>
          <ac:spMkLst>
            <pc:docMk/>
            <pc:sldMk cId="4228099912" sldId="269"/>
            <ac:spMk id="3" creationId="{9B30632F-1147-49AF-B093-69F304717A46}"/>
          </ac:spMkLst>
        </pc:spChg>
      </pc:sldChg>
      <pc:sldChg chg="modSp new mod">
        <pc:chgData name="Obed Cahua" userId="ab53daf6-7090-4b69-91a4-72a31d0766e2" providerId="ADAL" clId="{F0FB674E-61A3-4EA9-9249-E4FB5D87B2B1}" dt="2021-03-29T19:09:49.542" v="1402" actId="403"/>
        <pc:sldMkLst>
          <pc:docMk/>
          <pc:sldMk cId="1131084003" sldId="270"/>
        </pc:sldMkLst>
        <pc:spChg chg="mod">
          <ac:chgData name="Obed Cahua" userId="ab53daf6-7090-4b69-91a4-72a31d0766e2" providerId="ADAL" clId="{F0FB674E-61A3-4EA9-9249-E4FB5D87B2B1}" dt="2021-03-29T19:05:52.851" v="1261" actId="313"/>
          <ac:spMkLst>
            <pc:docMk/>
            <pc:sldMk cId="1131084003" sldId="270"/>
            <ac:spMk id="2" creationId="{CB0CC643-3397-480E-BD64-EE56667304A0}"/>
          </ac:spMkLst>
        </pc:spChg>
        <pc:spChg chg="mod">
          <ac:chgData name="Obed Cahua" userId="ab53daf6-7090-4b69-91a4-72a31d0766e2" providerId="ADAL" clId="{F0FB674E-61A3-4EA9-9249-E4FB5D87B2B1}" dt="2021-03-29T19:09:49.542" v="1402" actId="403"/>
          <ac:spMkLst>
            <pc:docMk/>
            <pc:sldMk cId="1131084003" sldId="270"/>
            <ac:spMk id="3" creationId="{E6178C03-849A-4397-87F0-01C4D6E8F4E6}"/>
          </ac:spMkLst>
        </pc:spChg>
      </pc:sldChg>
      <pc:sldChg chg="new del">
        <pc:chgData name="Obed Cahua" userId="ab53daf6-7090-4b69-91a4-72a31d0766e2" providerId="ADAL" clId="{F0FB674E-61A3-4EA9-9249-E4FB5D87B2B1}" dt="2021-03-29T19:11:13.345" v="1404" actId="2696"/>
        <pc:sldMkLst>
          <pc:docMk/>
          <pc:sldMk cId="1312823204" sldId="271"/>
        </pc:sldMkLst>
      </pc:sldChg>
      <pc:sldChg chg="modSp new mod">
        <pc:chgData name="Obed Cahua" userId="ab53daf6-7090-4b69-91a4-72a31d0766e2" providerId="ADAL" clId="{F0FB674E-61A3-4EA9-9249-E4FB5D87B2B1}" dt="2021-03-29T19:12:32.313" v="1514" actId="20577"/>
        <pc:sldMkLst>
          <pc:docMk/>
          <pc:sldMk cId="1993918944" sldId="271"/>
        </pc:sldMkLst>
        <pc:spChg chg="mod">
          <ac:chgData name="Obed Cahua" userId="ab53daf6-7090-4b69-91a4-72a31d0766e2" providerId="ADAL" clId="{F0FB674E-61A3-4EA9-9249-E4FB5D87B2B1}" dt="2021-03-29T19:12:32.313" v="1514" actId="20577"/>
          <ac:spMkLst>
            <pc:docMk/>
            <pc:sldMk cId="1993918944" sldId="271"/>
            <ac:spMk id="2" creationId="{3EDA38F5-0E70-44D0-8A11-1221FB2BFF43}"/>
          </ac:spMkLst>
        </pc:spChg>
      </pc:sldChg>
      <pc:sldChg chg="modSp new mod">
        <pc:chgData name="Obed Cahua" userId="ab53daf6-7090-4b69-91a4-72a31d0766e2" providerId="ADAL" clId="{F0FB674E-61A3-4EA9-9249-E4FB5D87B2B1}" dt="2021-03-29T19:21:21.174" v="1966" actId="33524"/>
        <pc:sldMkLst>
          <pc:docMk/>
          <pc:sldMk cId="4053914006" sldId="272"/>
        </pc:sldMkLst>
        <pc:spChg chg="mod">
          <ac:chgData name="Obed Cahua" userId="ab53daf6-7090-4b69-91a4-72a31d0766e2" providerId="ADAL" clId="{F0FB674E-61A3-4EA9-9249-E4FB5D87B2B1}" dt="2021-03-29T19:17:28.143" v="1606" actId="313"/>
          <ac:spMkLst>
            <pc:docMk/>
            <pc:sldMk cId="4053914006" sldId="272"/>
            <ac:spMk id="2" creationId="{87981224-8DF2-4CAE-8353-78C39081EA53}"/>
          </ac:spMkLst>
        </pc:spChg>
        <pc:spChg chg="mod">
          <ac:chgData name="Obed Cahua" userId="ab53daf6-7090-4b69-91a4-72a31d0766e2" providerId="ADAL" clId="{F0FB674E-61A3-4EA9-9249-E4FB5D87B2B1}" dt="2021-03-29T19:21:21.174" v="1966" actId="33524"/>
          <ac:spMkLst>
            <pc:docMk/>
            <pc:sldMk cId="4053914006" sldId="272"/>
            <ac:spMk id="3" creationId="{3BB8DA83-7143-446E-B780-9B5B219929DA}"/>
          </ac:spMkLst>
        </pc:spChg>
      </pc:sldChg>
      <pc:sldChg chg="modSp new mod">
        <pc:chgData name="Obed Cahua" userId="ab53daf6-7090-4b69-91a4-72a31d0766e2" providerId="ADAL" clId="{F0FB674E-61A3-4EA9-9249-E4FB5D87B2B1}" dt="2021-03-29T19:27:53.692" v="2202" actId="20577"/>
        <pc:sldMkLst>
          <pc:docMk/>
          <pc:sldMk cId="3691321869" sldId="273"/>
        </pc:sldMkLst>
        <pc:spChg chg="mod">
          <ac:chgData name="Obed Cahua" userId="ab53daf6-7090-4b69-91a4-72a31d0766e2" providerId="ADAL" clId="{F0FB674E-61A3-4EA9-9249-E4FB5D87B2B1}" dt="2021-03-29T19:23:31.665" v="1988" actId="20577"/>
          <ac:spMkLst>
            <pc:docMk/>
            <pc:sldMk cId="3691321869" sldId="273"/>
            <ac:spMk id="2" creationId="{A152FEFF-ACE2-42B8-94F3-B95E4C57E05C}"/>
          </ac:spMkLst>
        </pc:spChg>
        <pc:spChg chg="mod">
          <ac:chgData name="Obed Cahua" userId="ab53daf6-7090-4b69-91a4-72a31d0766e2" providerId="ADAL" clId="{F0FB674E-61A3-4EA9-9249-E4FB5D87B2B1}" dt="2021-03-29T19:27:53.692" v="2202" actId="20577"/>
          <ac:spMkLst>
            <pc:docMk/>
            <pc:sldMk cId="3691321869" sldId="273"/>
            <ac:spMk id="3" creationId="{4CD0D8D3-754E-4D1C-A166-3FA6B0649977}"/>
          </ac:spMkLst>
        </pc:spChg>
      </pc:sldChg>
      <pc:sldChg chg="addSp delSp modSp new mod modClrScheme chgLayout">
        <pc:chgData name="Obed Cahua" userId="ab53daf6-7090-4b69-91a4-72a31d0766e2" providerId="ADAL" clId="{F0FB674E-61A3-4EA9-9249-E4FB5D87B2B1}" dt="2021-03-29T19:29:55.966" v="2429" actId="5793"/>
        <pc:sldMkLst>
          <pc:docMk/>
          <pc:sldMk cId="2188387299" sldId="274"/>
        </pc:sldMkLst>
        <pc:spChg chg="del mod ord">
          <ac:chgData name="Obed Cahua" userId="ab53daf6-7090-4b69-91a4-72a31d0766e2" providerId="ADAL" clId="{F0FB674E-61A3-4EA9-9249-E4FB5D87B2B1}" dt="2021-03-29T19:28:46.577" v="2204" actId="700"/>
          <ac:spMkLst>
            <pc:docMk/>
            <pc:sldMk cId="2188387299" sldId="274"/>
            <ac:spMk id="2" creationId="{00C1C4E5-38F8-4464-8BB4-52B4E57C6020}"/>
          </ac:spMkLst>
        </pc:spChg>
        <pc:spChg chg="del mod ord">
          <ac:chgData name="Obed Cahua" userId="ab53daf6-7090-4b69-91a4-72a31d0766e2" providerId="ADAL" clId="{F0FB674E-61A3-4EA9-9249-E4FB5D87B2B1}" dt="2021-03-29T19:28:46.577" v="2204" actId="700"/>
          <ac:spMkLst>
            <pc:docMk/>
            <pc:sldMk cId="2188387299" sldId="274"/>
            <ac:spMk id="3" creationId="{9A3BD1C3-CEAE-478E-A8D2-34BCCB9BF336}"/>
          </ac:spMkLst>
        </pc:spChg>
        <pc:spChg chg="add mod ord">
          <ac:chgData name="Obed Cahua" userId="ab53daf6-7090-4b69-91a4-72a31d0766e2" providerId="ADAL" clId="{F0FB674E-61A3-4EA9-9249-E4FB5D87B2B1}" dt="2021-03-29T19:29:55.966" v="2429" actId="5793"/>
          <ac:spMkLst>
            <pc:docMk/>
            <pc:sldMk cId="2188387299" sldId="274"/>
            <ac:spMk id="4" creationId="{D0B0EFC2-AEF6-4038-A756-6B8E37DBC5A4}"/>
          </ac:spMkLst>
        </pc:spChg>
        <pc:spChg chg="add mod ord">
          <ac:chgData name="Obed Cahua" userId="ab53daf6-7090-4b69-91a4-72a31d0766e2" providerId="ADAL" clId="{F0FB674E-61A3-4EA9-9249-E4FB5D87B2B1}" dt="2021-03-29T19:28:46.577" v="2204" actId="700"/>
          <ac:spMkLst>
            <pc:docMk/>
            <pc:sldMk cId="2188387299" sldId="274"/>
            <ac:spMk id="5" creationId="{E63C0D7A-A81C-4A03-AAD1-660E4472CA70}"/>
          </ac:spMkLst>
        </pc:spChg>
      </pc:sldChg>
      <pc:sldChg chg="addSp delSp modSp new mod modClrScheme chgLayout">
        <pc:chgData name="Obed Cahua" userId="ab53daf6-7090-4b69-91a4-72a31d0766e2" providerId="ADAL" clId="{F0FB674E-61A3-4EA9-9249-E4FB5D87B2B1}" dt="2021-03-29T19:39:31.759" v="3154" actId="27636"/>
        <pc:sldMkLst>
          <pc:docMk/>
          <pc:sldMk cId="3482579145" sldId="275"/>
        </pc:sldMkLst>
        <pc:spChg chg="del mod ord">
          <ac:chgData name="Obed Cahua" userId="ab53daf6-7090-4b69-91a4-72a31d0766e2" providerId="ADAL" clId="{F0FB674E-61A3-4EA9-9249-E4FB5D87B2B1}" dt="2021-03-29T19:30:04.910" v="2431" actId="700"/>
          <ac:spMkLst>
            <pc:docMk/>
            <pc:sldMk cId="3482579145" sldId="275"/>
            <ac:spMk id="2" creationId="{7A72036D-7122-41F5-916B-DD5D631E7AEB}"/>
          </ac:spMkLst>
        </pc:spChg>
        <pc:spChg chg="del mod ord">
          <ac:chgData name="Obed Cahua" userId="ab53daf6-7090-4b69-91a4-72a31d0766e2" providerId="ADAL" clId="{F0FB674E-61A3-4EA9-9249-E4FB5D87B2B1}" dt="2021-03-29T19:30:04.910" v="2431" actId="700"/>
          <ac:spMkLst>
            <pc:docMk/>
            <pc:sldMk cId="3482579145" sldId="275"/>
            <ac:spMk id="3" creationId="{63EF830E-F09E-4D61-9CBE-6A6EBC2C0AFF}"/>
          </ac:spMkLst>
        </pc:spChg>
        <pc:spChg chg="add mod ord">
          <ac:chgData name="Obed Cahua" userId="ab53daf6-7090-4b69-91a4-72a31d0766e2" providerId="ADAL" clId="{F0FB674E-61A3-4EA9-9249-E4FB5D87B2B1}" dt="2021-03-29T19:30:18.297" v="2454" actId="20577"/>
          <ac:spMkLst>
            <pc:docMk/>
            <pc:sldMk cId="3482579145" sldId="275"/>
            <ac:spMk id="4" creationId="{2EF71839-A4D3-440C-8B78-B972C299AD31}"/>
          </ac:spMkLst>
        </pc:spChg>
        <pc:spChg chg="add mod ord">
          <ac:chgData name="Obed Cahua" userId="ab53daf6-7090-4b69-91a4-72a31d0766e2" providerId="ADAL" clId="{F0FB674E-61A3-4EA9-9249-E4FB5D87B2B1}" dt="2021-03-29T19:39:31.759" v="3154" actId="27636"/>
          <ac:spMkLst>
            <pc:docMk/>
            <pc:sldMk cId="3482579145" sldId="275"/>
            <ac:spMk id="5" creationId="{D23620B4-6E28-4013-BA09-1767C8DC90F6}"/>
          </ac:spMkLst>
        </pc:spChg>
      </pc:sldChg>
      <pc:sldChg chg="modSp new mod">
        <pc:chgData name="Obed Cahua" userId="ab53daf6-7090-4b69-91a4-72a31d0766e2" providerId="ADAL" clId="{F0FB674E-61A3-4EA9-9249-E4FB5D87B2B1}" dt="2021-03-29T19:37:48.506" v="2986" actId="20577"/>
        <pc:sldMkLst>
          <pc:docMk/>
          <pc:sldMk cId="2291529218" sldId="276"/>
        </pc:sldMkLst>
        <pc:spChg chg="mod">
          <ac:chgData name="Obed Cahua" userId="ab53daf6-7090-4b69-91a4-72a31d0766e2" providerId="ADAL" clId="{F0FB674E-61A3-4EA9-9249-E4FB5D87B2B1}" dt="2021-03-29T19:35:32.518" v="2898" actId="20577"/>
          <ac:spMkLst>
            <pc:docMk/>
            <pc:sldMk cId="2291529218" sldId="276"/>
            <ac:spMk id="2" creationId="{9E0591C2-6806-45B7-ABCA-AF7BCB0CFAAB}"/>
          </ac:spMkLst>
        </pc:spChg>
        <pc:spChg chg="mod">
          <ac:chgData name="Obed Cahua" userId="ab53daf6-7090-4b69-91a4-72a31d0766e2" providerId="ADAL" clId="{F0FB674E-61A3-4EA9-9249-E4FB5D87B2B1}" dt="2021-03-29T19:37:48.506" v="2986" actId="20577"/>
          <ac:spMkLst>
            <pc:docMk/>
            <pc:sldMk cId="2291529218" sldId="276"/>
            <ac:spMk id="3" creationId="{D19FAA4A-9509-4448-94A6-96963AC25E0C}"/>
          </ac:spMkLst>
        </pc:spChg>
      </pc:sldChg>
      <pc:sldChg chg="modSp new mod">
        <pc:chgData name="Obed Cahua" userId="ab53daf6-7090-4b69-91a4-72a31d0766e2" providerId="ADAL" clId="{F0FB674E-61A3-4EA9-9249-E4FB5D87B2B1}" dt="2021-03-29T19:39:21.956" v="3152"/>
        <pc:sldMkLst>
          <pc:docMk/>
          <pc:sldMk cId="2922749170" sldId="277"/>
        </pc:sldMkLst>
        <pc:spChg chg="mod">
          <ac:chgData name="Obed Cahua" userId="ab53daf6-7090-4b69-91a4-72a31d0766e2" providerId="ADAL" clId="{F0FB674E-61A3-4EA9-9249-E4FB5D87B2B1}" dt="2021-03-29T19:38:06.018" v="3033" actId="5793"/>
          <ac:spMkLst>
            <pc:docMk/>
            <pc:sldMk cId="2922749170" sldId="277"/>
            <ac:spMk id="2" creationId="{DFEFF8C3-77EF-4009-8D50-460D054E2A76}"/>
          </ac:spMkLst>
        </pc:spChg>
        <pc:spChg chg="mod">
          <ac:chgData name="Obed Cahua" userId="ab53daf6-7090-4b69-91a4-72a31d0766e2" providerId="ADAL" clId="{F0FB674E-61A3-4EA9-9249-E4FB5D87B2B1}" dt="2021-03-29T19:39:21.956" v="3152"/>
          <ac:spMkLst>
            <pc:docMk/>
            <pc:sldMk cId="2922749170" sldId="277"/>
            <ac:spMk id="3" creationId="{C9876E0D-52AC-4707-804F-92344F0390DA}"/>
          </ac:spMkLst>
        </pc:spChg>
      </pc:sldChg>
      <pc:sldChg chg="addSp delSp modSp new mod setBg setClrOvrMap">
        <pc:chgData name="Obed Cahua" userId="ab53daf6-7090-4b69-91a4-72a31d0766e2" providerId="ADAL" clId="{F0FB674E-61A3-4EA9-9249-E4FB5D87B2B1}" dt="2021-03-29T19:46:16.809" v="3201" actId="27918"/>
        <pc:sldMkLst>
          <pc:docMk/>
          <pc:sldMk cId="928963887" sldId="278"/>
        </pc:sldMkLst>
        <pc:spChg chg="mod">
          <ac:chgData name="Obed Cahua" userId="ab53daf6-7090-4b69-91a4-72a31d0766e2" providerId="ADAL" clId="{F0FB674E-61A3-4EA9-9249-E4FB5D87B2B1}" dt="2021-03-29T19:46:16.794" v="3200" actId="26606"/>
          <ac:spMkLst>
            <pc:docMk/>
            <pc:sldMk cId="928963887" sldId="278"/>
            <ac:spMk id="2" creationId="{645F18D8-05FE-413A-9A4A-CEDE484C9D7C}"/>
          </ac:spMkLst>
        </pc:spChg>
        <pc:spChg chg="del">
          <ac:chgData name="Obed Cahua" userId="ab53daf6-7090-4b69-91a4-72a31d0766e2" providerId="ADAL" clId="{F0FB674E-61A3-4EA9-9249-E4FB5D87B2B1}" dt="2021-03-29T19:46:01.499" v="3196"/>
          <ac:spMkLst>
            <pc:docMk/>
            <pc:sldMk cId="928963887" sldId="278"/>
            <ac:spMk id="3" creationId="{75D6EDFD-9ADE-4E2D-82D8-E704965812E7}"/>
          </ac:spMkLst>
        </pc:spChg>
        <pc:spChg chg="add del">
          <ac:chgData name="Obed Cahua" userId="ab53daf6-7090-4b69-91a4-72a31d0766e2" providerId="ADAL" clId="{F0FB674E-61A3-4EA9-9249-E4FB5D87B2B1}" dt="2021-03-29T19:46:16.763" v="3199" actId="26606"/>
          <ac:spMkLst>
            <pc:docMk/>
            <pc:sldMk cId="928963887" sldId="278"/>
            <ac:spMk id="9" creationId="{54B9C16B-AC4A-44ED-9075-F76549B46E7C}"/>
          </ac:spMkLst>
        </pc:spChg>
        <pc:spChg chg="add del">
          <ac:chgData name="Obed Cahua" userId="ab53daf6-7090-4b69-91a4-72a31d0766e2" providerId="ADAL" clId="{F0FB674E-61A3-4EA9-9249-E4FB5D87B2B1}" dt="2021-03-29T19:46:16.763" v="3199" actId="26606"/>
          <ac:spMkLst>
            <pc:docMk/>
            <pc:sldMk cId="928963887" sldId="278"/>
            <ac:spMk id="42" creationId="{B53044DC-4918-43DA-B49D-91673C6C9485}"/>
          </ac:spMkLst>
        </pc:spChg>
        <pc:spChg chg="add">
          <ac:chgData name="Obed Cahua" userId="ab53daf6-7090-4b69-91a4-72a31d0766e2" providerId="ADAL" clId="{F0FB674E-61A3-4EA9-9249-E4FB5D87B2B1}" dt="2021-03-29T19:46:16.794" v="3200" actId="26606"/>
          <ac:spMkLst>
            <pc:docMk/>
            <pc:sldMk cId="928963887" sldId="278"/>
            <ac:spMk id="75" creationId="{C6270675-9512-4978-8583-36659256EE23}"/>
          </ac:spMkLst>
        </pc:spChg>
        <pc:grpChg chg="add del">
          <ac:chgData name="Obed Cahua" userId="ab53daf6-7090-4b69-91a4-72a31d0766e2" providerId="ADAL" clId="{F0FB674E-61A3-4EA9-9249-E4FB5D87B2B1}" dt="2021-03-29T19:46:16.763" v="3199" actId="26606"/>
          <ac:grpSpMkLst>
            <pc:docMk/>
            <pc:sldMk cId="928963887" sldId="278"/>
            <ac:grpSpMk id="11" creationId="{62A2FEB6-F419-4684-9ABC-9E32E012E8B7}"/>
          </ac:grpSpMkLst>
        </pc:grpChg>
        <pc:grpChg chg="add del">
          <ac:chgData name="Obed Cahua" userId="ab53daf6-7090-4b69-91a4-72a31d0766e2" providerId="ADAL" clId="{F0FB674E-61A3-4EA9-9249-E4FB5D87B2B1}" dt="2021-03-29T19:46:16.763" v="3199" actId="26606"/>
          <ac:grpSpMkLst>
            <pc:docMk/>
            <pc:sldMk cId="928963887" sldId="278"/>
            <ac:grpSpMk id="44" creationId="{1DCE6B36-1420-43AB-86CF-4E653A517B9C}"/>
          </ac:grpSpMkLst>
        </pc:grpChg>
        <pc:graphicFrameChg chg="add mod">
          <ac:chgData name="Obed Cahua" userId="ab53daf6-7090-4b69-91a4-72a31d0766e2" providerId="ADAL" clId="{F0FB674E-61A3-4EA9-9249-E4FB5D87B2B1}" dt="2021-03-29T19:46:16.794" v="3200" actId="26606"/>
          <ac:graphicFrameMkLst>
            <pc:docMk/>
            <pc:sldMk cId="928963887" sldId="278"/>
            <ac:graphicFrameMk id="4" creationId="{28EEE4CB-A6AA-400F-B17E-50343A07EF3B}"/>
          </ac:graphicFrameMkLst>
        </pc:graphicFrameChg>
        <pc:picChg chg="add del">
          <ac:chgData name="Obed Cahua" userId="ab53daf6-7090-4b69-91a4-72a31d0766e2" providerId="ADAL" clId="{F0FB674E-61A3-4EA9-9249-E4FB5D87B2B1}" dt="2021-03-29T19:46:16.763" v="3199" actId="26606"/>
          <ac:picMkLst>
            <pc:docMk/>
            <pc:sldMk cId="928963887" sldId="278"/>
            <ac:picMk id="40" creationId="{3E94A106-9341-485C-9057-9D62B2BD083F}"/>
          </ac:picMkLst>
        </pc:picChg>
        <pc:picChg chg="add del">
          <ac:chgData name="Obed Cahua" userId="ab53daf6-7090-4b69-91a4-72a31d0766e2" providerId="ADAL" clId="{F0FB674E-61A3-4EA9-9249-E4FB5D87B2B1}" dt="2021-03-29T19:46:16.763" v="3199" actId="26606"/>
          <ac:picMkLst>
            <pc:docMk/>
            <pc:sldMk cId="928963887" sldId="278"/>
            <ac:picMk id="73" creationId="{9BE36DBF-0333-4D36-A5BF-81FDA2406FE9}"/>
          </ac:picMkLst>
        </pc:picChg>
      </pc:sldChg>
      <pc:sldChg chg="addSp delSp modSp new mod ord setBg">
        <pc:chgData name="Obed Cahua" userId="ab53daf6-7090-4b69-91a4-72a31d0766e2" providerId="ADAL" clId="{F0FB674E-61A3-4EA9-9249-E4FB5D87B2B1}" dt="2021-03-29T19:47:41.018" v="3287" actId="26606"/>
        <pc:sldMkLst>
          <pc:docMk/>
          <pc:sldMk cId="3798177679" sldId="279"/>
        </pc:sldMkLst>
        <pc:spChg chg="mod">
          <ac:chgData name="Obed Cahua" userId="ab53daf6-7090-4b69-91a4-72a31d0766e2" providerId="ADAL" clId="{F0FB674E-61A3-4EA9-9249-E4FB5D87B2B1}" dt="2021-03-29T19:47:41.018" v="3287" actId="26606"/>
          <ac:spMkLst>
            <pc:docMk/>
            <pc:sldMk cId="3798177679" sldId="279"/>
            <ac:spMk id="2" creationId="{79583BC7-118F-435C-BEC6-3815F76866FE}"/>
          </ac:spMkLst>
        </pc:spChg>
        <pc:spChg chg="del">
          <ac:chgData name="Obed Cahua" userId="ab53daf6-7090-4b69-91a4-72a31d0766e2" providerId="ADAL" clId="{F0FB674E-61A3-4EA9-9249-E4FB5D87B2B1}" dt="2021-03-29T19:47:26.045" v="3282"/>
          <ac:spMkLst>
            <pc:docMk/>
            <pc:sldMk cId="3798177679" sldId="279"/>
            <ac:spMk id="3" creationId="{9A780918-E574-4093-9B99-D59EE5C69762}"/>
          </ac:spMkLst>
        </pc:spChg>
        <pc:spChg chg="add del">
          <ac:chgData name="Obed Cahua" userId="ab53daf6-7090-4b69-91a4-72a31d0766e2" providerId="ADAL" clId="{F0FB674E-61A3-4EA9-9249-E4FB5D87B2B1}" dt="2021-03-29T19:47:40.971" v="3286" actId="26606"/>
          <ac:spMkLst>
            <pc:docMk/>
            <pc:sldMk cId="3798177679" sldId="279"/>
            <ac:spMk id="9" creationId="{C6270675-9512-4978-8583-36659256EE23}"/>
          </ac:spMkLst>
        </pc:spChg>
        <pc:spChg chg="add">
          <ac:chgData name="Obed Cahua" userId="ab53daf6-7090-4b69-91a4-72a31d0766e2" providerId="ADAL" clId="{F0FB674E-61A3-4EA9-9249-E4FB5D87B2B1}" dt="2021-03-29T19:47:41.018" v="3287" actId="26606"/>
          <ac:spMkLst>
            <pc:docMk/>
            <pc:sldMk cId="3798177679" sldId="279"/>
            <ac:spMk id="11" creationId="{C6270675-9512-4978-8583-36659256EE23}"/>
          </ac:spMkLst>
        </pc:spChg>
        <pc:graphicFrameChg chg="add mod modGraphic">
          <ac:chgData name="Obed Cahua" userId="ab53daf6-7090-4b69-91a4-72a31d0766e2" providerId="ADAL" clId="{F0FB674E-61A3-4EA9-9249-E4FB5D87B2B1}" dt="2021-03-29T19:47:41.018" v="3287" actId="26606"/>
          <ac:graphicFrameMkLst>
            <pc:docMk/>
            <pc:sldMk cId="3798177679" sldId="279"/>
            <ac:graphicFrameMk id="4" creationId="{65252E1B-F8DD-4FCC-AC07-91AA945441F2}"/>
          </ac:graphicFrameMkLst>
        </pc:graphicFrameChg>
      </pc:sldChg>
      <pc:sldChg chg="modSp new mod">
        <pc:chgData name="Obed Cahua" userId="ab53daf6-7090-4b69-91a4-72a31d0766e2" providerId="ADAL" clId="{F0FB674E-61A3-4EA9-9249-E4FB5D87B2B1}" dt="2021-03-29T19:50:21.372" v="3411" actId="20577"/>
        <pc:sldMkLst>
          <pc:docMk/>
          <pc:sldMk cId="3229570771" sldId="280"/>
        </pc:sldMkLst>
        <pc:spChg chg="mod">
          <ac:chgData name="Obed Cahua" userId="ab53daf6-7090-4b69-91a4-72a31d0766e2" providerId="ADAL" clId="{F0FB674E-61A3-4EA9-9249-E4FB5D87B2B1}" dt="2021-03-29T19:49:24.258" v="3333" actId="20577"/>
          <ac:spMkLst>
            <pc:docMk/>
            <pc:sldMk cId="3229570771" sldId="280"/>
            <ac:spMk id="2" creationId="{3B92AC42-9A90-4300-9992-FB8E61FAA258}"/>
          </ac:spMkLst>
        </pc:spChg>
        <pc:spChg chg="mod">
          <ac:chgData name="Obed Cahua" userId="ab53daf6-7090-4b69-91a4-72a31d0766e2" providerId="ADAL" clId="{F0FB674E-61A3-4EA9-9249-E4FB5D87B2B1}" dt="2021-03-29T19:50:21.372" v="3411" actId="20577"/>
          <ac:spMkLst>
            <pc:docMk/>
            <pc:sldMk cId="3229570771" sldId="280"/>
            <ac:spMk id="3" creationId="{358CB4EE-47F7-48FC-B798-731C80C4A969}"/>
          </ac:spMkLst>
        </pc:spChg>
      </pc:sldChg>
      <pc:sldChg chg="addSp delSp modSp new mod modClrScheme chgLayout">
        <pc:chgData name="Obed Cahua" userId="ab53daf6-7090-4b69-91a4-72a31d0766e2" providerId="ADAL" clId="{F0FB674E-61A3-4EA9-9249-E4FB5D87B2B1}" dt="2021-03-29T19:51:19.816" v="3463" actId="20577"/>
        <pc:sldMkLst>
          <pc:docMk/>
          <pc:sldMk cId="642599825" sldId="281"/>
        </pc:sldMkLst>
        <pc:spChg chg="del mod ord">
          <ac:chgData name="Obed Cahua" userId="ab53daf6-7090-4b69-91a4-72a31d0766e2" providerId="ADAL" clId="{F0FB674E-61A3-4EA9-9249-E4FB5D87B2B1}" dt="2021-03-29T19:50:55.996" v="3414" actId="700"/>
          <ac:spMkLst>
            <pc:docMk/>
            <pc:sldMk cId="642599825" sldId="281"/>
            <ac:spMk id="2" creationId="{FD7BB4CD-E5DF-4651-B821-DD5F3BFCA600}"/>
          </ac:spMkLst>
        </pc:spChg>
        <pc:spChg chg="del mod ord">
          <ac:chgData name="Obed Cahua" userId="ab53daf6-7090-4b69-91a4-72a31d0766e2" providerId="ADAL" clId="{F0FB674E-61A3-4EA9-9249-E4FB5D87B2B1}" dt="2021-03-29T19:50:55.996" v="3414" actId="700"/>
          <ac:spMkLst>
            <pc:docMk/>
            <pc:sldMk cId="642599825" sldId="281"/>
            <ac:spMk id="3" creationId="{7CE606C7-EAC2-49F9-8576-1BB7BBAB416E}"/>
          </ac:spMkLst>
        </pc:spChg>
        <pc:spChg chg="add mod ord">
          <ac:chgData name="Obed Cahua" userId="ab53daf6-7090-4b69-91a4-72a31d0766e2" providerId="ADAL" clId="{F0FB674E-61A3-4EA9-9249-E4FB5D87B2B1}" dt="2021-03-29T19:51:19.816" v="3463" actId="20577"/>
          <ac:spMkLst>
            <pc:docMk/>
            <pc:sldMk cId="642599825" sldId="281"/>
            <ac:spMk id="4" creationId="{27BD140F-A0C5-43FF-ADC7-233E1C4F8D7D}"/>
          </ac:spMkLst>
        </pc:spChg>
        <pc:spChg chg="add mod ord">
          <ac:chgData name="Obed Cahua" userId="ab53daf6-7090-4b69-91a4-72a31d0766e2" providerId="ADAL" clId="{F0FB674E-61A3-4EA9-9249-E4FB5D87B2B1}" dt="2021-03-29T19:50:55.996" v="3414" actId="700"/>
          <ac:spMkLst>
            <pc:docMk/>
            <pc:sldMk cId="642599825" sldId="281"/>
            <ac:spMk id="5" creationId="{6405CF99-0B46-4DFE-9231-86D74CA60352}"/>
          </ac:spMkLst>
        </pc:spChg>
      </pc:sldChg>
      <pc:sldChg chg="modSp new mod">
        <pc:chgData name="Obed Cahua" userId="ab53daf6-7090-4b69-91a4-72a31d0766e2" providerId="ADAL" clId="{F0FB674E-61A3-4EA9-9249-E4FB5D87B2B1}" dt="2021-03-29T19:57:02.272" v="4102" actId="33524"/>
        <pc:sldMkLst>
          <pc:docMk/>
          <pc:sldMk cId="341933920" sldId="282"/>
        </pc:sldMkLst>
        <pc:spChg chg="mod">
          <ac:chgData name="Obed Cahua" userId="ab53daf6-7090-4b69-91a4-72a31d0766e2" providerId="ADAL" clId="{F0FB674E-61A3-4EA9-9249-E4FB5D87B2B1}" dt="2021-03-29T19:51:28.753" v="3481" actId="20577"/>
          <ac:spMkLst>
            <pc:docMk/>
            <pc:sldMk cId="341933920" sldId="282"/>
            <ac:spMk id="2" creationId="{BF47BDF6-DE20-416D-8CF5-D44EC5A43996}"/>
          </ac:spMkLst>
        </pc:spChg>
        <pc:spChg chg="mod">
          <ac:chgData name="Obed Cahua" userId="ab53daf6-7090-4b69-91a4-72a31d0766e2" providerId="ADAL" clId="{F0FB674E-61A3-4EA9-9249-E4FB5D87B2B1}" dt="2021-03-29T19:57:02.272" v="4102" actId="33524"/>
          <ac:spMkLst>
            <pc:docMk/>
            <pc:sldMk cId="341933920" sldId="282"/>
            <ac:spMk id="3" creationId="{74D331E6-1BA6-40B8-8D5B-39CDFBFD332C}"/>
          </ac:spMkLst>
        </pc:spChg>
      </pc:sldChg>
      <pc:sldChg chg="addSp delSp modSp new mod modClrScheme chgLayout">
        <pc:chgData name="Obed Cahua" userId="ab53daf6-7090-4b69-91a4-72a31d0766e2" providerId="ADAL" clId="{F0FB674E-61A3-4EA9-9249-E4FB5D87B2B1}" dt="2021-03-29T19:57:59.822" v="4179" actId="20577"/>
        <pc:sldMkLst>
          <pc:docMk/>
          <pc:sldMk cId="3870223545" sldId="283"/>
        </pc:sldMkLst>
        <pc:spChg chg="del mod ord">
          <ac:chgData name="Obed Cahua" userId="ab53daf6-7090-4b69-91a4-72a31d0766e2" providerId="ADAL" clId="{F0FB674E-61A3-4EA9-9249-E4FB5D87B2B1}" dt="2021-03-29T19:57:34.786" v="4103" actId="700"/>
          <ac:spMkLst>
            <pc:docMk/>
            <pc:sldMk cId="3870223545" sldId="283"/>
            <ac:spMk id="2" creationId="{D620A677-4E47-4F91-84F4-DCF2DB9172DB}"/>
          </ac:spMkLst>
        </pc:spChg>
        <pc:spChg chg="del mod ord">
          <ac:chgData name="Obed Cahua" userId="ab53daf6-7090-4b69-91a4-72a31d0766e2" providerId="ADAL" clId="{F0FB674E-61A3-4EA9-9249-E4FB5D87B2B1}" dt="2021-03-29T19:57:34.786" v="4103" actId="700"/>
          <ac:spMkLst>
            <pc:docMk/>
            <pc:sldMk cId="3870223545" sldId="283"/>
            <ac:spMk id="3" creationId="{19A29EFF-C5DB-4086-8DE4-475D13960A5D}"/>
          </ac:spMkLst>
        </pc:spChg>
        <pc:spChg chg="add mod ord">
          <ac:chgData name="Obed Cahua" userId="ab53daf6-7090-4b69-91a4-72a31d0766e2" providerId="ADAL" clId="{F0FB674E-61A3-4EA9-9249-E4FB5D87B2B1}" dt="2021-03-29T19:57:59.822" v="4179" actId="20577"/>
          <ac:spMkLst>
            <pc:docMk/>
            <pc:sldMk cId="3870223545" sldId="283"/>
            <ac:spMk id="4" creationId="{5DC4168A-49F2-4D2F-8A14-816F28A988B5}"/>
          </ac:spMkLst>
        </pc:spChg>
        <pc:spChg chg="add mod ord">
          <ac:chgData name="Obed Cahua" userId="ab53daf6-7090-4b69-91a4-72a31d0766e2" providerId="ADAL" clId="{F0FB674E-61A3-4EA9-9249-E4FB5D87B2B1}" dt="2021-03-29T19:57:34.786" v="4103" actId="700"/>
          <ac:spMkLst>
            <pc:docMk/>
            <pc:sldMk cId="3870223545" sldId="283"/>
            <ac:spMk id="5" creationId="{1197C477-8B81-4A9C-86AB-DC77B6C697B0}"/>
          </ac:spMkLst>
        </pc:spChg>
      </pc:sldChg>
      <pc:sldChg chg="modSp new mod">
        <pc:chgData name="Obed Cahua" userId="ab53daf6-7090-4b69-91a4-72a31d0766e2" providerId="ADAL" clId="{F0FB674E-61A3-4EA9-9249-E4FB5D87B2B1}" dt="2021-03-29T19:59:38.577" v="4225" actId="20577"/>
        <pc:sldMkLst>
          <pc:docMk/>
          <pc:sldMk cId="1880638845" sldId="284"/>
        </pc:sldMkLst>
        <pc:spChg chg="mod">
          <ac:chgData name="Obed Cahua" userId="ab53daf6-7090-4b69-91a4-72a31d0766e2" providerId="ADAL" clId="{F0FB674E-61A3-4EA9-9249-E4FB5D87B2B1}" dt="2021-03-29T19:58:13.363" v="4200" actId="20577"/>
          <ac:spMkLst>
            <pc:docMk/>
            <pc:sldMk cId="1880638845" sldId="284"/>
            <ac:spMk id="2" creationId="{08D4C7B1-ABF5-458D-8ECF-37C7B56BC494}"/>
          </ac:spMkLst>
        </pc:spChg>
        <pc:spChg chg="mod">
          <ac:chgData name="Obed Cahua" userId="ab53daf6-7090-4b69-91a4-72a31d0766e2" providerId="ADAL" clId="{F0FB674E-61A3-4EA9-9249-E4FB5D87B2B1}" dt="2021-03-29T19:59:38.577" v="4225" actId="20577"/>
          <ac:spMkLst>
            <pc:docMk/>
            <pc:sldMk cId="1880638845" sldId="284"/>
            <ac:spMk id="3" creationId="{6E3D7595-022D-4422-A765-D6D951656067}"/>
          </ac:spMkLst>
        </pc:spChg>
      </pc:sldChg>
      <pc:sldChg chg="addSp delSp modSp new mod modClrScheme chgLayout">
        <pc:chgData name="Obed Cahua" userId="ab53daf6-7090-4b69-91a4-72a31d0766e2" providerId="ADAL" clId="{F0FB674E-61A3-4EA9-9249-E4FB5D87B2B1}" dt="2021-03-29T20:01:37.614" v="4275" actId="313"/>
        <pc:sldMkLst>
          <pc:docMk/>
          <pc:sldMk cId="4137227095" sldId="285"/>
        </pc:sldMkLst>
        <pc:spChg chg="del mod ord">
          <ac:chgData name="Obed Cahua" userId="ab53daf6-7090-4b69-91a4-72a31d0766e2" providerId="ADAL" clId="{F0FB674E-61A3-4EA9-9249-E4FB5D87B2B1}" dt="2021-03-29T20:00:18.900" v="4227" actId="700"/>
          <ac:spMkLst>
            <pc:docMk/>
            <pc:sldMk cId="4137227095" sldId="285"/>
            <ac:spMk id="2" creationId="{D934928D-6FA3-4B37-B0C7-F4027C136411}"/>
          </ac:spMkLst>
        </pc:spChg>
        <pc:spChg chg="del mod ord">
          <ac:chgData name="Obed Cahua" userId="ab53daf6-7090-4b69-91a4-72a31d0766e2" providerId="ADAL" clId="{F0FB674E-61A3-4EA9-9249-E4FB5D87B2B1}" dt="2021-03-29T20:00:18.900" v="4227" actId="700"/>
          <ac:spMkLst>
            <pc:docMk/>
            <pc:sldMk cId="4137227095" sldId="285"/>
            <ac:spMk id="3" creationId="{19D47C92-545C-42B4-A395-A836EB00DF81}"/>
          </ac:spMkLst>
        </pc:spChg>
        <pc:spChg chg="add mod ord">
          <ac:chgData name="Obed Cahua" userId="ab53daf6-7090-4b69-91a4-72a31d0766e2" providerId="ADAL" clId="{F0FB674E-61A3-4EA9-9249-E4FB5D87B2B1}" dt="2021-03-29T20:01:37.614" v="4275" actId="313"/>
          <ac:spMkLst>
            <pc:docMk/>
            <pc:sldMk cId="4137227095" sldId="285"/>
            <ac:spMk id="4" creationId="{9547DB36-585A-428B-9C00-288D59A1B006}"/>
          </ac:spMkLst>
        </pc:spChg>
        <pc:spChg chg="add mod ord">
          <ac:chgData name="Obed Cahua" userId="ab53daf6-7090-4b69-91a4-72a31d0766e2" providerId="ADAL" clId="{F0FB674E-61A3-4EA9-9249-E4FB5D87B2B1}" dt="2021-03-29T20:00:48.437" v="4266" actId="20577"/>
          <ac:spMkLst>
            <pc:docMk/>
            <pc:sldMk cId="4137227095" sldId="285"/>
            <ac:spMk id="5" creationId="{C375CE7E-C9E2-4E25-B189-80E838792216}"/>
          </ac:spMkLst>
        </pc:spChg>
      </pc:sldChg>
    </pc:docChg>
  </pc:docChgLst>
  <pc:docChgLst>
    <pc:chgData name="Obed Cahua" userId="ab53daf6-7090-4b69-91a4-72a31d0766e2" providerId="ADAL" clId="{D4E5CAB1-DFCC-4B74-B2CD-D7F20F999366}"/>
    <pc:docChg chg="undo redo custSel modSld">
      <pc:chgData name="Obed Cahua" userId="ab53daf6-7090-4b69-91a4-72a31d0766e2" providerId="ADAL" clId="{D4E5CAB1-DFCC-4B74-B2CD-D7F20F999366}" dt="2021-03-30T22:35:07.268" v="498" actId="12385"/>
      <pc:docMkLst>
        <pc:docMk/>
      </pc:docMkLst>
      <pc:sldChg chg="modSp mod">
        <pc:chgData name="Obed Cahua" userId="ab53daf6-7090-4b69-91a4-72a31d0766e2" providerId="ADAL" clId="{D4E5CAB1-DFCC-4B74-B2CD-D7F20F999366}" dt="2021-03-30T18:32:35.354" v="21" actId="313"/>
        <pc:sldMkLst>
          <pc:docMk/>
          <pc:sldMk cId="1337192207" sldId="261"/>
        </pc:sldMkLst>
        <pc:spChg chg="mod">
          <ac:chgData name="Obed Cahua" userId="ab53daf6-7090-4b69-91a4-72a31d0766e2" providerId="ADAL" clId="{D4E5CAB1-DFCC-4B74-B2CD-D7F20F999366}" dt="2021-03-30T18:32:16.978" v="19" actId="20577"/>
          <ac:spMkLst>
            <pc:docMk/>
            <pc:sldMk cId="1337192207" sldId="261"/>
            <ac:spMk id="2" creationId="{ED476017-D224-40AE-B921-67525450151A}"/>
          </ac:spMkLst>
        </pc:spChg>
        <pc:spChg chg="mod">
          <ac:chgData name="Obed Cahua" userId="ab53daf6-7090-4b69-91a4-72a31d0766e2" providerId="ADAL" clId="{D4E5CAB1-DFCC-4B74-B2CD-D7F20F999366}" dt="2021-03-30T18:32:35.354" v="21" actId="313"/>
          <ac:spMkLst>
            <pc:docMk/>
            <pc:sldMk cId="1337192207" sldId="261"/>
            <ac:spMk id="3" creationId="{51F013D4-CBD9-4FC1-AF91-2301A704488B}"/>
          </ac:spMkLst>
        </pc:spChg>
      </pc:sldChg>
      <pc:sldChg chg="modSp mod">
        <pc:chgData name="Obed Cahua" userId="ab53daf6-7090-4b69-91a4-72a31d0766e2" providerId="ADAL" clId="{D4E5CAB1-DFCC-4B74-B2CD-D7F20F999366}" dt="2021-03-30T18:41:05.740" v="57" actId="20577"/>
        <pc:sldMkLst>
          <pc:docMk/>
          <pc:sldMk cId="818451501" sldId="263"/>
        </pc:sldMkLst>
        <pc:spChg chg="mod">
          <ac:chgData name="Obed Cahua" userId="ab53daf6-7090-4b69-91a4-72a31d0766e2" providerId="ADAL" clId="{D4E5CAB1-DFCC-4B74-B2CD-D7F20F999366}" dt="2021-03-30T18:41:05.740" v="57" actId="20577"/>
          <ac:spMkLst>
            <pc:docMk/>
            <pc:sldMk cId="818451501" sldId="263"/>
            <ac:spMk id="3" creationId="{4B764C47-EBF7-4A5E-8FBE-64B2994C3B1F}"/>
          </ac:spMkLst>
        </pc:spChg>
      </pc:sldChg>
      <pc:sldChg chg="modSp mod">
        <pc:chgData name="Obed Cahua" userId="ab53daf6-7090-4b69-91a4-72a31d0766e2" providerId="ADAL" clId="{D4E5CAB1-DFCC-4B74-B2CD-D7F20F999366}" dt="2021-03-30T18:43:56.795" v="161" actId="20577"/>
        <pc:sldMkLst>
          <pc:docMk/>
          <pc:sldMk cId="1284567449" sldId="265"/>
        </pc:sldMkLst>
        <pc:spChg chg="mod">
          <ac:chgData name="Obed Cahua" userId="ab53daf6-7090-4b69-91a4-72a31d0766e2" providerId="ADAL" clId="{D4E5CAB1-DFCC-4B74-B2CD-D7F20F999366}" dt="2021-03-30T18:41:29.331" v="70" actId="20577"/>
          <ac:spMkLst>
            <pc:docMk/>
            <pc:sldMk cId="1284567449" sldId="265"/>
            <ac:spMk id="2" creationId="{50E93539-20C8-433D-A2ED-C19FBFDF6F24}"/>
          </ac:spMkLst>
        </pc:spChg>
        <pc:spChg chg="mod">
          <ac:chgData name="Obed Cahua" userId="ab53daf6-7090-4b69-91a4-72a31d0766e2" providerId="ADAL" clId="{D4E5CAB1-DFCC-4B74-B2CD-D7F20F999366}" dt="2021-03-30T18:43:56.795" v="161" actId="20577"/>
          <ac:spMkLst>
            <pc:docMk/>
            <pc:sldMk cId="1284567449" sldId="265"/>
            <ac:spMk id="3" creationId="{0B42FF6C-CE5F-4867-A81A-2B5163D3B937}"/>
          </ac:spMkLst>
        </pc:spChg>
      </pc:sldChg>
      <pc:sldChg chg="modSp mod">
        <pc:chgData name="Obed Cahua" userId="ab53daf6-7090-4b69-91a4-72a31d0766e2" providerId="ADAL" clId="{D4E5CAB1-DFCC-4B74-B2CD-D7F20F999366}" dt="2021-03-30T18:46:19.307" v="322" actId="20577"/>
        <pc:sldMkLst>
          <pc:docMk/>
          <pc:sldMk cId="1920264575" sldId="266"/>
        </pc:sldMkLst>
        <pc:spChg chg="mod">
          <ac:chgData name="Obed Cahua" userId="ab53daf6-7090-4b69-91a4-72a31d0766e2" providerId="ADAL" clId="{D4E5CAB1-DFCC-4B74-B2CD-D7F20F999366}" dt="2021-03-30T18:46:19.307" v="322" actId="20577"/>
          <ac:spMkLst>
            <pc:docMk/>
            <pc:sldMk cId="1920264575" sldId="266"/>
            <ac:spMk id="3" creationId="{CB9E7B20-78EB-43E0-87EC-F56D4931C0E4}"/>
          </ac:spMkLst>
        </pc:spChg>
      </pc:sldChg>
      <pc:sldChg chg="modSp mod">
        <pc:chgData name="Obed Cahua" userId="ab53daf6-7090-4b69-91a4-72a31d0766e2" providerId="ADAL" clId="{D4E5CAB1-DFCC-4B74-B2CD-D7F20F999366}" dt="2021-03-30T18:47:46.886" v="341" actId="313"/>
        <pc:sldMkLst>
          <pc:docMk/>
          <pc:sldMk cId="4157719229" sldId="267"/>
        </pc:sldMkLst>
        <pc:spChg chg="mod">
          <ac:chgData name="Obed Cahua" userId="ab53daf6-7090-4b69-91a4-72a31d0766e2" providerId="ADAL" clId="{D4E5CAB1-DFCC-4B74-B2CD-D7F20F999366}" dt="2021-03-30T18:47:46.886" v="341" actId="313"/>
          <ac:spMkLst>
            <pc:docMk/>
            <pc:sldMk cId="4157719229" sldId="267"/>
            <ac:spMk id="2" creationId="{54EA6F7F-FC8E-4B64-8514-CAD85CDC9725}"/>
          </ac:spMkLst>
        </pc:spChg>
      </pc:sldChg>
      <pc:sldChg chg="modSp mod">
        <pc:chgData name="Obed Cahua" userId="ab53daf6-7090-4b69-91a4-72a31d0766e2" providerId="ADAL" clId="{D4E5CAB1-DFCC-4B74-B2CD-D7F20F999366}" dt="2021-03-30T18:46:32.572" v="323" actId="2711"/>
        <pc:sldMkLst>
          <pc:docMk/>
          <pc:sldMk cId="1711785155" sldId="268"/>
        </pc:sldMkLst>
        <pc:spChg chg="mod">
          <ac:chgData name="Obed Cahua" userId="ab53daf6-7090-4b69-91a4-72a31d0766e2" providerId="ADAL" clId="{D4E5CAB1-DFCC-4B74-B2CD-D7F20F999366}" dt="2021-03-30T18:46:32.572" v="323" actId="2711"/>
          <ac:spMkLst>
            <pc:docMk/>
            <pc:sldMk cId="1711785155" sldId="268"/>
            <ac:spMk id="3" creationId="{1A980807-8124-4946-A687-2C88D1588ECA}"/>
          </ac:spMkLst>
        </pc:spChg>
      </pc:sldChg>
      <pc:sldChg chg="modSp mod">
        <pc:chgData name="Obed Cahua" userId="ab53daf6-7090-4b69-91a4-72a31d0766e2" providerId="ADAL" clId="{D4E5CAB1-DFCC-4B74-B2CD-D7F20F999366}" dt="2021-03-30T18:49:22.475" v="383" actId="20577"/>
        <pc:sldMkLst>
          <pc:docMk/>
          <pc:sldMk cId="1993918944" sldId="271"/>
        </pc:sldMkLst>
        <pc:spChg chg="mod">
          <ac:chgData name="Obed Cahua" userId="ab53daf6-7090-4b69-91a4-72a31d0766e2" providerId="ADAL" clId="{D4E5CAB1-DFCC-4B74-B2CD-D7F20F999366}" dt="2021-03-30T18:49:22.475" v="383" actId="20577"/>
          <ac:spMkLst>
            <pc:docMk/>
            <pc:sldMk cId="1993918944" sldId="271"/>
            <ac:spMk id="2" creationId="{3EDA38F5-0E70-44D0-8A11-1221FB2BFF43}"/>
          </ac:spMkLst>
        </pc:spChg>
      </pc:sldChg>
      <pc:sldChg chg="modSp mod">
        <pc:chgData name="Obed Cahua" userId="ab53daf6-7090-4b69-91a4-72a31d0766e2" providerId="ADAL" clId="{D4E5CAB1-DFCC-4B74-B2CD-D7F20F999366}" dt="2021-03-30T18:51:29.380" v="428" actId="20577"/>
        <pc:sldMkLst>
          <pc:docMk/>
          <pc:sldMk cId="4053914006" sldId="272"/>
        </pc:sldMkLst>
        <pc:spChg chg="mod">
          <ac:chgData name="Obed Cahua" userId="ab53daf6-7090-4b69-91a4-72a31d0766e2" providerId="ADAL" clId="{D4E5CAB1-DFCC-4B74-B2CD-D7F20F999366}" dt="2021-03-30T18:51:29.380" v="428" actId="20577"/>
          <ac:spMkLst>
            <pc:docMk/>
            <pc:sldMk cId="4053914006" sldId="272"/>
            <ac:spMk id="3" creationId="{3BB8DA83-7143-446E-B780-9B5B219929DA}"/>
          </ac:spMkLst>
        </pc:spChg>
      </pc:sldChg>
      <pc:sldChg chg="modSp mod">
        <pc:chgData name="Obed Cahua" userId="ab53daf6-7090-4b69-91a4-72a31d0766e2" providerId="ADAL" clId="{D4E5CAB1-DFCC-4B74-B2CD-D7F20F999366}" dt="2021-03-30T18:52:28.251" v="451" actId="20577"/>
        <pc:sldMkLst>
          <pc:docMk/>
          <pc:sldMk cId="3691321869" sldId="273"/>
        </pc:sldMkLst>
        <pc:spChg chg="mod">
          <ac:chgData name="Obed Cahua" userId="ab53daf6-7090-4b69-91a4-72a31d0766e2" providerId="ADAL" clId="{D4E5CAB1-DFCC-4B74-B2CD-D7F20F999366}" dt="2021-03-30T18:52:28.251" v="451" actId="20577"/>
          <ac:spMkLst>
            <pc:docMk/>
            <pc:sldMk cId="3691321869" sldId="273"/>
            <ac:spMk id="3" creationId="{4CD0D8D3-754E-4D1C-A166-3FA6B0649977}"/>
          </ac:spMkLst>
        </pc:spChg>
      </pc:sldChg>
      <pc:sldChg chg="modSp mod">
        <pc:chgData name="Obed Cahua" userId="ab53daf6-7090-4b69-91a4-72a31d0766e2" providerId="ADAL" clId="{D4E5CAB1-DFCC-4B74-B2CD-D7F20F999366}" dt="2021-03-30T18:53:12.243" v="483" actId="20577"/>
        <pc:sldMkLst>
          <pc:docMk/>
          <pc:sldMk cId="3482579145" sldId="275"/>
        </pc:sldMkLst>
        <pc:spChg chg="mod">
          <ac:chgData name="Obed Cahua" userId="ab53daf6-7090-4b69-91a4-72a31d0766e2" providerId="ADAL" clId="{D4E5CAB1-DFCC-4B74-B2CD-D7F20F999366}" dt="2021-03-30T18:53:12.243" v="483" actId="20577"/>
          <ac:spMkLst>
            <pc:docMk/>
            <pc:sldMk cId="3482579145" sldId="275"/>
            <ac:spMk id="5" creationId="{D23620B4-6E28-4013-BA09-1767C8DC90F6}"/>
          </ac:spMkLst>
        </pc:spChg>
      </pc:sldChg>
      <pc:sldChg chg="modSp mod">
        <pc:chgData name="Obed Cahua" userId="ab53daf6-7090-4b69-91a4-72a31d0766e2" providerId="ADAL" clId="{D4E5CAB1-DFCC-4B74-B2CD-D7F20F999366}" dt="2021-03-30T22:34:49.859" v="496" actId="27918"/>
        <pc:sldMkLst>
          <pc:docMk/>
          <pc:sldMk cId="928963887" sldId="278"/>
        </pc:sldMkLst>
        <pc:graphicFrameChg chg="mod">
          <ac:chgData name="Obed Cahua" userId="ab53daf6-7090-4b69-91a4-72a31d0766e2" providerId="ADAL" clId="{D4E5CAB1-DFCC-4B74-B2CD-D7F20F999366}" dt="2021-03-30T22:32:46.624" v="488"/>
          <ac:graphicFrameMkLst>
            <pc:docMk/>
            <pc:sldMk cId="928963887" sldId="278"/>
            <ac:graphicFrameMk id="4" creationId="{28EEE4CB-A6AA-400F-B17E-50343A07EF3B}"/>
          </ac:graphicFrameMkLst>
        </pc:graphicFrameChg>
      </pc:sldChg>
      <pc:sldChg chg="modSp mod">
        <pc:chgData name="Obed Cahua" userId="ab53daf6-7090-4b69-91a4-72a31d0766e2" providerId="ADAL" clId="{D4E5CAB1-DFCC-4B74-B2CD-D7F20F999366}" dt="2021-03-30T22:35:07.268" v="498" actId="12385"/>
        <pc:sldMkLst>
          <pc:docMk/>
          <pc:sldMk cId="3798177679" sldId="279"/>
        </pc:sldMkLst>
        <pc:graphicFrameChg chg="modGraphic">
          <ac:chgData name="Obed Cahua" userId="ab53daf6-7090-4b69-91a4-72a31d0766e2" providerId="ADAL" clId="{D4E5CAB1-DFCC-4B74-B2CD-D7F20F999366}" dt="2021-03-30T22:35:07.268" v="498" actId="12385"/>
          <ac:graphicFrameMkLst>
            <pc:docMk/>
            <pc:sldMk cId="3798177679" sldId="279"/>
            <ac:graphicFrameMk id="4" creationId="{65252E1B-F8DD-4FCC-AC07-91AA945441F2}"/>
          </ac:graphicFrameMkLst>
        </pc:graphicFrameChg>
      </pc:sldChg>
      <pc:sldChg chg="modSp mod">
        <pc:chgData name="Obed Cahua" userId="ab53daf6-7090-4b69-91a4-72a31d0766e2" providerId="ADAL" clId="{D4E5CAB1-DFCC-4B74-B2CD-D7F20F999366}" dt="2021-03-30T19:41:15.695" v="484" actId="20577"/>
        <pc:sldMkLst>
          <pc:docMk/>
          <pc:sldMk cId="3870223545" sldId="283"/>
        </pc:sldMkLst>
        <pc:spChg chg="mod">
          <ac:chgData name="Obed Cahua" userId="ab53daf6-7090-4b69-91a4-72a31d0766e2" providerId="ADAL" clId="{D4E5CAB1-DFCC-4B74-B2CD-D7F20F999366}" dt="2021-03-30T19:41:15.695" v="484" actId="20577"/>
          <ac:spMkLst>
            <pc:docMk/>
            <pc:sldMk cId="3870223545" sldId="283"/>
            <ac:spMk id="4" creationId="{5DC4168A-49F2-4D2F-8A14-816F28A988B5}"/>
          </ac:spMkLst>
        </pc:spChg>
      </pc:sldChg>
    </pc:docChg>
  </pc:docChgLst>
  <pc:docChgLst>
    <pc:chgData name="Obed Cahua" userId="ab53daf6-7090-4b69-91a4-72a31d0766e2" providerId="ADAL" clId="{8C358D53-6351-499E-A105-A97AA8DBCD8D}"/>
    <pc:docChg chg="modSld">
      <pc:chgData name="Obed Cahua" userId="ab53daf6-7090-4b69-91a4-72a31d0766e2" providerId="ADAL" clId="{8C358D53-6351-499E-A105-A97AA8DBCD8D}" dt="2021-04-12T21:06:44.551" v="1"/>
      <pc:docMkLst>
        <pc:docMk/>
      </pc:docMkLst>
      <pc:sldChg chg="modSp mod">
        <pc:chgData name="Obed Cahua" userId="ab53daf6-7090-4b69-91a4-72a31d0766e2" providerId="ADAL" clId="{8C358D53-6351-499E-A105-A97AA8DBCD8D}" dt="2021-04-12T21:06:44.551" v="1"/>
        <pc:sldMkLst>
          <pc:docMk/>
          <pc:sldMk cId="4228099912" sldId="269"/>
        </pc:sldMkLst>
        <pc:spChg chg="mod">
          <ac:chgData name="Obed Cahua" userId="ab53daf6-7090-4b69-91a4-72a31d0766e2" providerId="ADAL" clId="{8C358D53-6351-499E-A105-A97AA8DBCD8D}" dt="2021-04-12T21:06:44.551" v="1"/>
          <ac:spMkLst>
            <pc:docMk/>
            <pc:sldMk cId="4228099912" sldId="269"/>
            <ac:spMk id="3" creationId="{9B30632F-1147-49AF-B093-69F304717A46}"/>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forsythtech-my.sharepoint.com/personal/cahuao2481_forsythtech_edu/Documents/CTS%20289/Final%20Project%20Submission/PC%20Solutions%20Timeline%20and%20Schedule%20Final.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Sheet1!$B$1</c:f>
              <c:strCache>
                <c:ptCount val="1"/>
                <c:pt idx="0">
                  <c:v>Start Date</c:v>
                </c:pt>
              </c:strCache>
            </c:strRef>
          </c:tx>
          <c:spPr>
            <a:noFill/>
            <a:ln>
              <a:noFill/>
            </a:ln>
            <a:effectLst/>
          </c:spPr>
          <c:invertIfNegative val="0"/>
          <c:cat>
            <c:strRef>
              <c:f>Sheet1!$A$2:$A$16</c:f>
              <c:strCache>
                <c:ptCount val="15"/>
                <c:pt idx="0">
                  <c:v>Project Duration</c:v>
                </c:pt>
                <c:pt idx="1">
                  <c:v>Project Contract </c:v>
                </c:pt>
                <c:pt idx="2">
                  <c:v>Project Scope </c:v>
                </c:pt>
                <c:pt idx="3">
                  <c:v>Feasibility Study</c:v>
                </c:pt>
                <c:pt idx="4">
                  <c:v>Security Plan</c:v>
                </c:pt>
                <c:pt idx="5">
                  <c:v>Timeline and Schedule</c:v>
                </c:pt>
                <c:pt idx="6">
                  <c:v>Database Design</c:v>
                </c:pt>
                <c:pt idx="7">
                  <c:v>User Interface Design</c:v>
                </c:pt>
                <c:pt idx="8">
                  <c:v>Data Backup</c:v>
                </c:pt>
                <c:pt idx="9">
                  <c:v>Software Selection</c:v>
                </c:pt>
                <c:pt idx="10">
                  <c:v>Platform Testing </c:v>
                </c:pt>
                <c:pt idx="11">
                  <c:v>Recommendations </c:v>
                </c:pt>
                <c:pt idx="12">
                  <c:v>Implementation Plans</c:v>
                </c:pt>
                <c:pt idx="13">
                  <c:v>Training</c:v>
                </c:pt>
                <c:pt idx="14">
                  <c:v>Implementation</c:v>
                </c:pt>
              </c:strCache>
            </c:strRef>
          </c:cat>
          <c:val>
            <c:numRef>
              <c:f>Sheet1!$B$2:$B$16</c:f>
              <c:numCache>
                <c:formatCode>m/d/yyyy</c:formatCode>
                <c:ptCount val="15"/>
                <c:pt idx="0">
                  <c:v>44218</c:v>
                </c:pt>
                <c:pt idx="1">
                  <c:v>44219</c:v>
                </c:pt>
                <c:pt idx="2">
                  <c:v>44228</c:v>
                </c:pt>
                <c:pt idx="3">
                  <c:v>44240</c:v>
                </c:pt>
                <c:pt idx="4">
                  <c:v>44246</c:v>
                </c:pt>
                <c:pt idx="5">
                  <c:v>44261</c:v>
                </c:pt>
                <c:pt idx="6">
                  <c:v>44268</c:v>
                </c:pt>
                <c:pt idx="7">
                  <c:v>44275</c:v>
                </c:pt>
                <c:pt idx="8">
                  <c:v>44281</c:v>
                </c:pt>
                <c:pt idx="9">
                  <c:v>44282</c:v>
                </c:pt>
                <c:pt idx="10">
                  <c:v>44290</c:v>
                </c:pt>
                <c:pt idx="11">
                  <c:v>44289</c:v>
                </c:pt>
                <c:pt idx="12">
                  <c:v>44289</c:v>
                </c:pt>
                <c:pt idx="13">
                  <c:v>44285</c:v>
                </c:pt>
                <c:pt idx="14">
                  <c:v>44299</c:v>
                </c:pt>
              </c:numCache>
            </c:numRef>
          </c:val>
          <c:extLst>
            <c:ext xmlns:c16="http://schemas.microsoft.com/office/drawing/2014/chart" uri="{C3380CC4-5D6E-409C-BE32-E72D297353CC}">
              <c16:uniqueId val="{00000000-E16B-49B3-AC80-390562AF5B2A}"/>
            </c:ext>
          </c:extLst>
        </c:ser>
        <c:ser>
          <c:idx val="1"/>
          <c:order val="1"/>
          <c:tx>
            <c:strRef>
              <c:f>Sheet1!$D$1</c:f>
              <c:strCache>
                <c:ptCount val="1"/>
                <c:pt idx="0">
                  <c:v>Duration = In Days</c:v>
                </c:pt>
              </c:strCache>
            </c:strRef>
          </c:tx>
          <c:spPr>
            <a:solidFill>
              <a:schemeClr val="accent2"/>
            </a:solidFill>
            <a:ln>
              <a:noFill/>
            </a:ln>
            <a:effectLst/>
          </c:spPr>
          <c:invertIfNegative val="0"/>
          <c:cat>
            <c:strRef>
              <c:f>Sheet1!$A$2:$A$16</c:f>
              <c:strCache>
                <c:ptCount val="15"/>
                <c:pt idx="0">
                  <c:v>Project Duration</c:v>
                </c:pt>
                <c:pt idx="1">
                  <c:v>Project Contract </c:v>
                </c:pt>
                <c:pt idx="2">
                  <c:v>Project Scope </c:v>
                </c:pt>
                <c:pt idx="3">
                  <c:v>Feasibility Study</c:v>
                </c:pt>
                <c:pt idx="4">
                  <c:v>Security Plan</c:v>
                </c:pt>
                <c:pt idx="5">
                  <c:v>Timeline and Schedule</c:v>
                </c:pt>
                <c:pt idx="6">
                  <c:v>Database Design</c:v>
                </c:pt>
                <c:pt idx="7">
                  <c:v>User Interface Design</c:v>
                </c:pt>
                <c:pt idx="8">
                  <c:v>Data Backup</c:v>
                </c:pt>
                <c:pt idx="9">
                  <c:v>Software Selection</c:v>
                </c:pt>
                <c:pt idx="10">
                  <c:v>Platform Testing </c:v>
                </c:pt>
                <c:pt idx="11">
                  <c:v>Recommendations </c:v>
                </c:pt>
                <c:pt idx="12">
                  <c:v>Implementation Plans</c:v>
                </c:pt>
                <c:pt idx="13">
                  <c:v>Training</c:v>
                </c:pt>
                <c:pt idx="14">
                  <c:v>Implementation</c:v>
                </c:pt>
              </c:strCache>
            </c:strRef>
          </c:cat>
          <c:val>
            <c:numRef>
              <c:f>Sheet1!$D$2:$D$16</c:f>
              <c:numCache>
                <c:formatCode>0</c:formatCode>
                <c:ptCount val="15"/>
                <c:pt idx="0">
                  <c:v>94</c:v>
                </c:pt>
                <c:pt idx="1">
                  <c:v>6</c:v>
                </c:pt>
                <c:pt idx="2">
                  <c:v>11</c:v>
                </c:pt>
                <c:pt idx="3">
                  <c:v>6</c:v>
                </c:pt>
                <c:pt idx="4">
                  <c:v>14</c:v>
                </c:pt>
                <c:pt idx="5">
                  <c:v>6</c:v>
                </c:pt>
                <c:pt idx="6">
                  <c:v>6</c:v>
                </c:pt>
                <c:pt idx="7">
                  <c:v>6</c:v>
                </c:pt>
                <c:pt idx="8">
                  <c:v>1</c:v>
                </c:pt>
                <c:pt idx="9">
                  <c:v>6</c:v>
                </c:pt>
                <c:pt idx="10">
                  <c:v>1</c:v>
                </c:pt>
                <c:pt idx="11">
                  <c:v>6</c:v>
                </c:pt>
                <c:pt idx="12">
                  <c:v>6</c:v>
                </c:pt>
                <c:pt idx="13">
                  <c:v>10</c:v>
                </c:pt>
                <c:pt idx="14">
                  <c:v>13</c:v>
                </c:pt>
              </c:numCache>
            </c:numRef>
          </c:val>
          <c:extLst>
            <c:ext xmlns:c16="http://schemas.microsoft.com/office/drawing/2014/chart" uri="{C3380CC4-5D6E-409C-BE32-E72D297353CC}">
              <c16:uniqueId val="{00000001-E16B-49B3-AC80-390562AF5B2A}"/>
            </c:ext>
          </c:extLst>
        </c:ser>
        <c:dLbls>
          <c:showLegendKey val="0"/>
          <c:showVal val="0"/>
          <c:showCatName val="0"/>
          <c:showSerName val="0"/>
          <c:showPercent val="0"/>
          <c:showBubbleSize val="0"/>
        </c:dLbls>
        <c:gapWidth val="150"/>
        <c:overlap val="100"/>
        <c:axId val="1619053024"/>
        <c:axId val="1619040128"/>
      </c:barChart>
      <c:catAx>
        <c:axId val="161905302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19040128"/>
        <c:crosses val="autoZero"/>
        <c:auto val="1"/>
        <c:lblAlgn val="ctr"/>
        <c:lblOffset val="100"/>
        <c:noMultiLvlLbl val="0"/>
      </c:catAx>
      <c:valAx>
        <c:axId val="1619040128"/>
        <c:scaling>
          <c:orientation val="minMax"/>
          <c:max val="44312"/>
          <c:min val="44218"/>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a:t>PC Solutions Timeline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m/d/yyyy"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190530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75990-A4A1-4DDE-AA8D-73E60A452DD0}" type="datetimeFigureOut">
              <a:rPr lang="en-US" smtClean="0"/>
              <a:t>4/12/2021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5CD8D-B1D9-4658-A4F0-38CA8D83ED5D}" type="slidenum">
              <a:rPr lang="en-US" smtClean="0"/>
              <a:t>‹#›</a:t>
            </a:fld>
            <a:endParaRPr lang="en-US" dirty="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808C238F-B856-42A4-BC32-194DCC130D5F}" type="datetime1">
              <a:rPr lang="en-US" smtClean="0"/>
              <a:t>4/12/2021</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C1CB5-A088-4DB4-8A5C-B084F9B2B528}" type="datetime1">
              <a:rPr lang="en-US" smtClean="0"/>
              <a:t>4/12/2021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3C1328-ADC8-435B-8F5C-D339CD9DD487}" type="datetime1">
              <a:rPr lang="en-US" smtClean="0"/>
              <a:t>4/12/2021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256410-64C5-4311-8359-FDA6B61ABBAE}" type="datetime1">
              <a:rPr lang="en-US" smtClean="0"/>
              <a:t>4/12/2021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8B01E-6E1B-4AFC-A690-27C447C9486E}" type="datetime1">
              <a:rPr lang="en-US" smtClean="0"/>
              <a:t>4/12/2021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52F3D2-503A-4E49-99AD-125A054E178F}" type="datetime1">
              <a:rPr lang="en-US" smtClean="0"/>
              <a:t>4/12/2021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66207-223C-48E4-AE22-548ABC801447}" type="datetime1">
              <a:rPr lang="en-US" smtClean="0"/>
              <a:t>4/12/2021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41151-B38C-4230-91F0-8A3BB69A056C}" type="datetime1">
              <a:rPr lang="en-US" smtClean="0"/>
              <a:t>4/12/2021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F6EA29-EE45-46F5-8084-6929433FA14E}" type="datetime1">
              <a:rPr lang="en-US" smtClean="0"/>
              <a:t>4/12/2021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872680-3826-48D8-A0B9-F293E3A564DD}" type="datetime1">
              <a:rPr lang="en-US" smtClean="0"/>
              <a:t>4/12/2021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0F02A-B435-4587-AE10-6A02865845FD}" type="datetime1">
              <a:rPr lang="en-US" smtClean="0"/>
              <a:t>4/12/2021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DF27A1-9C29-4918-BA16-87149545F673}" type="datetime1">
              <a:rPr lang="en-US" smtClean="0"/>
              <a:t>4/12/2021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EE601-4D27-49FF-B099-2799466F7EDA}" type="datetime1">
              <a:rPr lang="en-US" smtClean="0"/>
              <a:t>4/12/2021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E52469-603F-4B0F-8F23-6B2B143D5424}" type="datetime1">
              <a:rPr lang="en-US" smtClean="0"/>
              <a:t>4/12/2021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7781E0-05FC-475E-A14D-85EF9B55E67B}" type="datetime1">
              <a:rPr lang="en-US" smtClean="0"/>
              <a:t>4/12/2021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D02C8-8352-4A2E-A3CD-139A8583C932}" type="datetime1">
              <a:rPr lang="en-US" smtClean="0"/>
              <a:t>4/12/2021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80581-4B77-41E9-BE55-C3C9C3900A2A}" type="datetime1">
              <a:rPr lang="en-US" smtClean="0"/>
              <a:t>4/12/2021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567B94D-50C4-4558-AAA1-857DDB1A21EF}" type="datetime1">
              <a:rPr lang="en-US" smtClean="0"/>
              <a:t>4/12/2021</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AD579530-1077-46B3-BD5C-81BB270A1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78" name="Rectangle 77">
              <a:extLst>
                <a:ext uri="{FF2B5EF4-FFF2-40B4-BE49-F238E27FC236}">
                  <a16:creationId xmlns:a16="http://schemas.microsoft.com/office/drawing/2014/main" id="{ACBB106A-B366-4349-B59F-E8FBDADD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9" name="Picture 2">
              <a:extLst>
                <a:ext uri="{FF2B5EF4-FFF2-40B4-BE49-F238E27FC236}">
                  <a16:creationId xmlns:a16="http://schemas.microsoft.com/office/drawing/2014/main" id="{113FC03B-24E4-4A3F-9626-CC7F6356BC9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pic>
        <p:nvPicPr>
          <p:cNvPr id="5" name="Picture 4" descr="close up of circuit board">
            <a:extLst>
              <a:ext uri="{FF2B5EF4-FFF2-40B4-BE49-F238E27FC236}">
                <a16:creationId xmlns:a16="http://schemas.microsoft.com/office/drawing/2014/main" id="{525AE681-57C0-4C44-9E88-A16CDA016EB3}"/>
              </a:ext>
            </a:extLst>
          </p:cNvPr>
          <p:cNvPicPr>
            <a:picLocks noChangeAspect="1"/>
          </p:cNvPicPr>
          <p:nvPr/>
        </p:nvPicPr>
        <p:blipFill rotWithShape="1">
          <a:blip r:embed="rId4">
            <a:alphaModFix amt="30000"/>
          </a:blip>
          <a:srcRect t="6504" b="9202"/>
          <a:stretch/>
        </p:blipFill>
        <p:spPr>
          <a:xfrm>
            <a:off x="-2" y="10"/>
            <a:ext cx="12188389" cy="6857990"/>
          </a:xfrm>
          <a:prstGeom prst="rect">
            <a:avLst/>
          </a:prstGeom>
        </p:spPr>
      </p:pic>
      <p:grpSp>
        <p:nvGrpSpPr>
          <p:cNvPr id="81" name="Group 80">
            <a:extLst>
              <a:ext uri="{FF2B5EF4-FFF2-40B4-BE49-F238E27FC236}">
                <a16:creationId xmlns:a16="http://schemas.microsoft.com/office/drawing/2014/main" id="{83F79A5F-63B5-4802-B39B-BF0F89DDDA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82" name="Round Diagonal Corner Rectangle 7">
              <a:extLst>
                <a:ext uri="{FF2B5EF4-FFF2-40B4-BE49-F238E27FC236}">
                  <a16:creationId xmlns:a16="http://schemas.microsoft.com/office/drawing/2014/main" id="{00D14BF7-A799-4EDA-8C19-CED0B8EC5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AF292344-73C8-4E53-85C0-8CDB23EB53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84" name="Freeform 32">
                <a:extLst>
                  <a:ext uri="{FF2B5EF4-FFF2-40B4-BE49-F238E27FC236}">
                    <a16:creationId xmlns:a16="http://schemas.microsoft.com/office/drawing/2014/main" id="{4781E776-A0A7-4FB6-958B-8389BBA56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85" name="Freeform 33">
                <a:extLst>
                  <a:ext uri="{FF2B5EF4-FFF2-40B4-BE49-F238E27FC236}">
                    <a16:creationId xmlns:a16="http://schemas.microsoft.com/office/drawing/2014/main" id="{0F004D56-F177-45BC-8965-B72DB88A08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86" name="Freeform 34">
                <a:extLst>
                  <a:ext uri="{FF2B5EF4-FFF2-40B4-BE49-F238E27FC236}">
                    <a16:creationId xmlns:a16="http://schemas.microsoft.com/office/drawing/2014/main" id="{5F2F1F83-817B-4678-B0AE-8FFDC49FC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87" name="Freeform 37">
                <a:extLst>
                  <a:ext uri="{FF2B5EF4-FFF2-40B4-BE49-F238E27FC236}">
                    <a16:creationId xmlns:a16="http://schemas.microsoft.com/office/drawing/2014/main" id="{F908EB47-32F4-4E82-BF56-FD25BB07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88" name="Freeform 35">
                <a:extLst>
                  <a:ext uri="{FF2B5EF4-FFF2-40B4-BE49-F238E27FC236}">
                    <a16:creationId xmlns:a16="http://schemas.microsoft.com/office/drawing/2014/main" id="{0966000D-B975-4E8A-9BF2-EACF2164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89" name="Freeform 36">
                <a:extLst>
                  <a:ext uri="{FF2B5EF4-FFF2-40B4-BE49-F238E27FC236}">
                    <a16:creationId xmlns:a16="http://schemas.microsoft.com/office/drawing/2014/main" id="{A9554499-6796-4AEE-B012-34A5B9A585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0" name="Freeform 38">
                <a:extLst>
                  <a:ext uri="{FF2B5EF4-FFF2-40B4-BE49-F238E27FC236}">
                    <a16:creationId xmlns:a16="http://schemas.microsoft.com/office/drawing/2014/main" id="{9DD40864-34BD-491F-B591-180E7B32C1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1" name="Freeform 39">
                <a:extLst>
                  <a:ext uri="{FF2B5EF4-FFF2-40B4-BE49-F238E27FC236}">
                    <a16:creationId xmlns:a16="http://schemas.microsoft.com/office/drawing/2014/main" id="{2623F54C-4373-4D30-90DB-3129BDDF5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2" name="Freeform 40">
                <a:extLst>
                  <a:ext uri="{FF2B5EF4-FFF2-40B4-BE49-F238E27FC236}">
                    <a16:creationId xmlns:a16="http://schemas.microsoft.com/office/drawing/2014/main" id="{1FF42884-D4B2-462F-9FA7-4FA8925322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3" name="Rectangle 41">
                <a:extLst>
                  <a:ext uri="{FF2B5EF4-FFF2-40B4-BE49-F238E27FC236}">
                    <a16:creationId xmlns:a16="http://schemas.microsoft.com/office/drawing/2014/main" id="{27F4D4BA-37F5-4D54-BDFF-733F621D5D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sp>
            <p:nvSpPr>
              <p:cNvPr id="94" name="Freeform 32">
                <a:extLst>
                  <a:ext uri="{FF2B5EF4-FFF2-40B4-BE49-F238E27FC236}">
                    <a16:creationId xmlns:a16="http://schemas.microsoft.com/office/drawing/2014/main" id="{29E4A0E5-0441-4563-A947-12A578110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5" name="Freeform 33">
                <a:extLst>
                  <a:ext uri="{FF2B5EF4-FFF2-40B4-BE49-F238E27FC236}">
                    <a16:creationId xmlns:a16="http://schemas.microsoft.com/office/drawing/2014/main" id="{4A8D89B4-AD1B-410A-870B-1042E075A0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6" name="Freeform 34">
                <a:extLst>
                  <a:ext uri="{FF2B5EF4-FFF2-40B4-BE49-F238E27FC236}">
                    <a16:creationId xmlns:a16="http://schemas.microsoft.com/office/drawing/2014/main" id="{DFC54570-9F45-44E6-AC94-4B3192D44B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7" name="Freeform 37">
                <a:extLst>
                  <a:ext uri="{FF2B5EF4-FFF2-40B4-BE49-F238E27FC236}">
                    <a16:creationId xmlns:a16="http://schemas.microsoft.com/office/drawing/2014/main" id="{A976F76C-4BBB-4CD4-9270-5E4E8802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8" name="Freeform 35">
                <a:extLst>
                  <a:ext uri="{FF2B5EF4-FFF2-40B4-BE49-F238E27FC236}">
                    <a16:creationId xmlns:a16="http://schemas.microsoft.com/office/drawing/2014/main" id="{06081E5F-35E2-4E9E-A0DA-9E2F769C4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99" name="Freeform 36">
                <a:extLst>
                  <a:ext uri="{FF2B5EF4-FFF2-40B4-BE49-F238E27FC236}">
                    <a16:creationId xmlns:a16="http://schemas.microsoft.com/office/drawing/2014/main" id="{7B7B4F78-1391-433D-AAE5-0FA8B8EE18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00" name="Freeform 38">
                <a:extLst>
                  <a:ext uri="{FF2B5EF4-FFF2-40B4-BE49-F238E27FC236}">
                    <a16:creationId xmlns:a16="http://schemas.microsoft.com/office/drawing/2014/main" id="{EF63F42B-29ED-4285-99D1-5FA657DA92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01" name="Freeform 39">
                <a:extLst>
                  <a:ext uri="{FF2B5EF4-FFF2-40B4-BE49-F238E27FC236}">
                    <a16:creationId xmlns:a16="http://schemas.microsoft.com/office/drawing/2014/main" id="{EB7A6053-A7CF-4785-B396-6F70D6EBE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02" name="Freeform 40">
                <a:extLst>
                  <a:ext uri="{FF2B5EF4-FFF2-40B4-BE49-F238E27FC236}">
                    <a16:creationId xmlns:a16="http://schemas.microsoft.com/office/drawing/2014/main" id="{E6337518-A10D-47A5-BD86-6D1F3FAF3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03" name="Rectangle 41">
                <a:extLst>
                  <a:ext uri="{FF2B5EF4-FFF2-40B4-BE49-F238E27FC236}">
                    <a16:creationId xmlns:a16="http://schemas.microsoft.com/office/drawing/2014/main" id="{7591C37F-6498-4992-992D-D413A84752D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grpSp>
      </p:grpSp>
      <p:sp>
        <p:nvSpPr>
          <p:cNvPr id="2" name="Title 1">
            <a:extLst>
              <a:ext uri="{FF2B5EF4-FFF2-40B4-BE49-F238E27FC236}">
                <a16:creationId xmlns:a16="http://schemas.microsoft.com/office/drawing/2014/main" id="{ED476017-D224-40AE-B921-67525450151A}"/>
              </a:ext>
            </a:extLst>
          </p:cNvPr>
          <p:cNvSpPr>
            <a:spLocks noGrp="1"/>
          </p:cNvSpPr>
          <p:nvPr>
            <p:ph type="ctrTitle"/>
          </p:nvPr>
        </p:nvSpPr>
        <p:spPr>
          <a:xfrm>
            <a:off x="2667000" y="2328334"/>
            <a:ext cx="6858000" cy="1367896"/>
          </a:xfrm>
        </p:spPr>
        <p:txBody>
          <a:bodyPr>
            <a:normAutofit/>
          </a:bodyPr>
          <a:lstStyle/>
          <a:p>
            <a:pPr algn="ctr"/>
            <a:r>
              <a:rPr lang="en-US" dirty="0"/>
              <a:t>CTS 289 Presentation</a:t>
            </a:r>
          </a:p>
        </p:txBody>
      </p:sp>
      <p:sp>
        <p:nvSpPr>
          <p:cNvPr id="3" name="Subtitle 2">
            <a:extLst>
              <a:ext uri="{FF2B5EF4-FFF2-40B4-BE49-F238E27FC236}">
                <a16:creationId xmlns:a16="http://schemas.microsoft.com/office/drawing/2014/main" id="{51F013D4-CBD9-4FC1-AF91-2301A704488B}"/>
              </a:ext>
            </a:extLst>
          </p:cNvPr>
          <p:cNvSpPr>
            <a:spLocks noGrp="1"/>
          </p:cNvSpPr>
          <p:nvPr>
            <p:ph type="subTitle" idx="1"/>
          </p:nvPr>
        </p:nvSpPr>
        <p:spPr>
          <a:xfrm>
            <a:off x="2667001" y="3602038"/>
            <a:ext cx="6857999" cy="953029"/>
          </a:xfrm>
        </p:spPr>
        <p:txBody>
          <a:bodyPr>
            <a:normAutofit/>
          </a:bodyPr>
          <a:lstStyle/>
          <a:p>
            <a:pPr algn="ctr"/>
            <a:r>
              <a:rPr lang="en-US" dirty="0"/>
              <a:t>By Obed cahua</a:t>
            </a:r>
          </a:p>
        </p:txBody>
      </p:sp>
    </p:spTree>
    <p:extLst>
      <p:ext uri="{BB962C8B-B14F-4D97-AF65-F5344CB8AC3E}">
        <p14:creationId xmlns:p14="http://schemas.microsoft.com/office/powerpoint/2010/main" val="1337192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193D6-301F-4D53-A1CD-5F65BA8473FB}"/>
              </a:ext>
            </a:extLst>
          </p:cNvPr>
          <p:cNvSpPr>
            <a:spLocks noGrp="1"/>
          </p:cNvSpPr>
          <p:nvPr>
            <p:ph type="title"/>
          </p:nvPr>
        </p:nvSpPr>
        <p:spPr/>
        <p:txBody>
          <a:bodyPr/>
          <a:lstStyle/>
          <a:p>
            <a:r>
              <a:rPr lang="en-US" dirty="0"/>
              <a:t>Company details</a:t>
            </a:r>
          </a:p>
        </p:txBody>
      </p:sp>
      <p:sp>
        <p:nvSpPr>
          <p:cNvPr id="3" name="Content Placeholder 2">
            <a:extLst>
              <a:ext uri="{FF2B5EF4-FFF2-40B4-BE49-F238E27FC236}">
                <a16:creationId xmlns:a16="http://schemas.microsoft.com/office/drawing/2014/main" id="{4B764C47-EBF7-4A5E-8FBE-64B2994C3B1F}"/>
              </a:ext>
            </a:extLst>
          </p:cNvPr>
          <p:cNvSpPr>
            <a:spLocks noGrp="1"/>
          </p:cNvSpPr>
          <p:nvPr>
            <p:ph idx="1"/>
          </p:nvPr>
        </p:nvSpPr>
        <p:spPr>
          <a:xfrm>
            <a:off x="1141413" y="2097088"/>
            <a:ext cx="10136188" cy="3989995"/>
          </a:xfrm>
        </p:spPr>
        <p:txBody>
          <a:bodyPr>
            <a:normAutofit fontScale="92500" lnSpcReduction="10000"/>
          </a:bodyPr>
          <a:lstStyle/>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PC Solutions started in 2017 as volunteer computer repair service offering services like:  remote support, malware removal, hard drive replacement, and more.</a:t>
            </a:r>
          </a:p>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PC Solutions is located at</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Winston Salem North Carolina’s metropolitan area. </a:t>
            </a:r>
          </a:p>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When PC Solutions realized later that year, their business was becoming successful, fees were introduced in their computer services.</a:t>
            </a:r>
          </a:p>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Since 2018, PC Solutions has served more than 100 customers.</a:t>
            </a:r>
          </a:p>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PC Solutions only has one location and </a:t>
            </a:r>
            <a:r>
              <a:rPr lang="en-US" sz="2000" dirty="0">
                <a:latin typeface="Times New Roman" panose="02020603050405020304" pitchFamily="18" charset="0"/>
                <a:ea typeface="Calibri" panose="020F0502020204030204" pitchFamily="34" charset="0"/>
                <a:cs typeface="Times New Roman" panose="02020603050405020304" pitchFamily="18" charset="0"/>
              </a:rPr>
              <a:t>expansion is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ea typeface="Calibri" panose="020F0502020204030204" pitchFamily="34" charset="0"/>
                <a:cs typeface="Times New Roman" panose="02020603050405020304" pitchFamily="18" charset="0"/>
              </a:rPr>
              <a:t>in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mind, for now they are only a local based business with 50 employees. </a:t>
            </a:r>
          </a:p>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2019, PC Solutions decided that an online presence was necessary for the company to be promoted, a domain was registered, and a website was created using an online website builder.</a:t>
            </a:r>
          </a:p>
          <a:p>
            <a:endParaRPr lang="en-US" dirty="0"/>
          </a:p>
        </p:txBody>
      </p:sp>
    </p:spTree>
    <p:extLst>
      <p:ext uri="{BB962C8B-B14F-4D97-AF65-F5344CB8AC3E}">
        <p14:creationId xmlns:p14="http://schemas.microsoft.com/office/powerpoint/2010/main" val="818451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DCA4C-B227-493A-8F4C-E4F50D76C0E2}"/>
              </a:ext>
            </a:extLst>
          </p:cNvPr>
          <p:cNvSpPr>
            <a:spLocks noGrp="1"/>
          </p:cNvSpPr>
          <p:nvPr>
            <p:ph type="title"/>
          </p:nvPr>
        </p:nvSpPr>
        <p:spPr/>
        <p:txBody>
          <a:bodyPr/>
          <a:lstStyle/>
          <a:p>
            <a:r>
              <a:rPr lang="en-US" dirty="0"/>
              <a:t>PC Solutions EXECUTIVE management</a:t>
            </a:r>
          </a:p>
        </p:txBody>
      </p:sp>
      <p:sp>
        <p:nvSpPr>
          <p:cNvPr id="3" name="Content Placeholder 2">
            <a:extLst>
              <a:ext uri="{FF2B5EF4-FFF2-40B4-BE49-F238E27FC236}">
                <a16:creationId xmlns:a16="http://schemas.microsoft.com/office/drawing/2014/main" id="{6E6E1C9A-9F11-4137-B7FF-2FEF4D559D5F}"/>
              </a:ext>
            </a:extLst>
          </p:cNvPr>
          <p:cNvSpPr>
            <a:spLocks noGrp="1"/>
          </p:cNvSpPr>
          <p:nvPr>
            <p:ph idx="1"/>
          </p:nvPr>
        </p:nvSpPr>
        <p:spPr>
          <a:xfrm>
            <a:off x="1141412" y="2277196"/>
            <a:ext cx="9905999" cy="3541714"/>
          </a:xfrm>
        </p:spPr>
        <p:txBody>
          <a:bodyPr/>
          <a:lstStyle/>
          <a:p>
            <a:r>
              <a:rPr lang="en-US" dirty="0">
                <a:latin typeface="Times New Roman" panose="02020603050405020304" pitchFamily="18" charset="0"/>
                <a:cs typeface="Times New Roman" panose="02020603050405020304" pitchFamily="18" charset="0"/>
              </a:rPr>
              <a:t>Owner: Dr. John Smith P.H.D</a:t>
            </a:r>
          </a:p>
          <a:p>
            <a:r>
              <a:rPr lang="en-US" dirty="0">
                <a:latin typeface="Times New Roman" panose="02020603050405020304" pitchFamily="18" charset="0"/>
                <a:cs typeface="Times New Roman" panose="02020603050405020304" pitchFamily="18" charset="0"/>
              </a:rPr>
              <a:t>Operator: Dr. James Brown </a:t>
            </a:r>
          </a:p>
          <a:p>
            <a:r>
              <a:rPr lang="en-US" dirty="0">
                <a:latin typeface="Times New Roman" panose="02020603050405020304" pitchFamily="18" charset="0"/>
                <a:cs typeface="Times New Roman" panose="02020603050405020304" pitchFamily="18" charset="0"/>
              </a:rPr>
              <a:t>Director, Information Technology: Joshua Williams</a:t>
            </a:r>
          </a:p>
          <a:p>
            <a:endParaRPr lang="en-US" dirty="0"/>
          </a:p>
        </p:txBody>
      </p:sp>
    </p:spTree>
    <p:extLst>
      <p:ext uri="{BB962C8B-B14F-4D97-AF65-F5344CB8AC3E}">
        <p14:creationId xmlns:p14="http://schemas.microsoft.com/office/powerpoint/2010/main" val="283372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93539-20C8-433D-A2ED-C19FBFDF6F24}"/>
              </a:ext>
            </a:extLst>
          </p:cNvPr>
          <p:cNvSpPr>
            <a:spLocks noGrp="1"/>
          </p:cNvSpPr>
          <p:nvPr>
            <p:ph type="title"/>
          </p:nvPr>
        </p:nvSpPr>
        <p:spPr/>
        <p:txBody>
          <a:bodyPr/>
          <a:lstStyle/>
          <a:p>
            <a:r>
              <a:rPr lang="en-US" dirty="0"/>
              <a:t>Overview of Current system</a:t>
            </a:r>
          </a:p>
        </p:txBody>
      </p:sp>
      <p:sp>
        <p:nvSpPr>
          <p:cNvPr id="3" name="Content Placeholder 2">
            <a:extLst>
              <a:ext uri="{FF2B5EF4-FFF2-40B4-BE49-F238E27FC236}">
                <a16:creationId xmlns:a16="http://schemas.microsoft.com/office/drawing/2014/main" id="{0B42FF6C-CE5F-4867-A81A-2B5163D3B937}"/>
              </a:ext>
            </a:extLst>
          </p:cNvPr>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PC Solutions right now has 50 computers date equipped with the software implemented for the technicians to service customers and with the Windows up to date.</a:t>
            </a:r>
          </a:p>
          <a:p>
            <a:r>
              <a:rPr lang="en-US" dirty="0">
                <a:latin typeface="Times New Roman" panose="02020603050405020304" pitchFamily="18" charset="0"/>
                <a:cs typeface="Times New Roman" panose="02020603050405020304" pitchFamily="18" charset="0"/>
              </a:rPr>
              <a:t>The platform that is used right now for tickets to be submitted, is Google Forms. Google Forms is a platform with limited resources and is very complex for the technicians to use because it requires the technicians to retrieve customer information from the forms, then send out an acknowledgement email and 24 hours later send a follow up email.</a:t>
            </a:r>
          </a:p>
          <a:p>
            <a:r>
              <a:rPr lang="en-US" dirty="0">
                <a:latin typeface="Times New Roman" panose="02020603050405020304" pitchFamily="18" charset="0"/>
                <a:cs typeface="Times New Roman" panose="02020603050405020304" pitchFamily="18" charset="0"/>
              </a:rPr>
              <a:t>The company right now has no strong corporate security firewall, just the standard consumer router firewall to protect its network clients from intruders.</a:t>
            </a:r>
          </a:p>
          <a:p>
            <a:r>
              <a:rPr lang="en-US" dirty="0">
                <a:latin typeface="Times New Roman" panose="02020603050405020304" pitchFamily="18" charset="0"/>
                <a:cs typeface="Times New Roman" panose="02020603050405020304" pitchFamily="18" charset="0"/>
              </a:rPr>
              <a:t>PC Solutions stores customer information using a paper system.</a:t>
            </a:r>
          </a:p>
          <a:p>
            <a:r>
              <a:rPr lang="en-US" dirty="0">
                <a:latin typeface="Times New Roman" panose="02020603050405020304" pitchFamily="18" charset="0"/>
                <a:cs typeface="Times New Roman" panose="02020603050405020304" pitchFamily="18" charset="0"/>
              </a:rPr>
              <a:t>Why is a new system needed and what recommendation can be made?</a:t>
            </a:r>
          </a:p>
        </p:txBody>
      </p:sp>
    </p:spTree>
    <p:extLst>
      <p:ext uri="{BB962C8B-B14F-4D97-AF65-F5344CB8AC3E}">
        <p14:creationId xmlns:p14="http://schemas.microsoft.com/office/powerpoint/2010/main" val="1284567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667EF-0A8E-4505-9FE0-2A10EEE60E8F}"/>
              </a:ext>
            </a:extLst>
          </p:cNvPr>
          <p:cNvSpPr>
            <a:spLocks noGrp="1"/>
          </p:cNvSpPr>
          <p:nvPr>
            <p:ph type="title"/>
          </p:nvPr>
        </p:nvSpPr>
        <p:spPr/>
        <p:txBody>
          <a:bodyPr/>
          <a:lstStyle/>
          <a:p>
            <a:r>
              <a:rPr lang="en-US" dirty="0"/>
              <a:t>Why is a new system needed?</a:t>
            </a:r>
          </a:p>
        </p:txBody>
      </p:sp>
      <p:sp>
        <p:nvSpPr>
          <p:cNvPr id="3" name="Content Placeholder 2">
            <a:extLst>
              <a:ext uri="{FF2B5EF4-FFF2-40B4-BE49-F238E27FC236}">
                <a16:creationId xmlns:a16="http://schemas.microsoft.com/office/drawing/2014/main" id="{CB9E7B20-78EB-43E0-87EC-F56D4931C0E4}"/>
              </a:ext>
            </a:extLst>
          </p:cNvPr>
          <p:cNvSpPr>
            <a:spLocks noGrp="1"/>
          </p:cNvSpPr>
          <p:nvPr>
            <p:ph idx="1"/>
          </p:nvPr>
        </p:nvSpPr>
        <p:spPr/>
        <p:txBody>
          <a:bodyPr>
            <a:normAutofit fontScale="92500"/>
          </a:bodyPr>
          <a:lstStyle/>
          <a:p>
            <a:r>
              <a:rPr lang="en-US" dirty="0">
                <a:latin typeface="Times New Roman" panose="02020603050405020304" pitchFamily="18" charset="0"/>
                <a:cs typeface="Times New Roman" panose="02020603050405020304" pitchFamily="18" charset="0"/>
              </a:rPr>
              <a:t>PC Solutions has decided that a help desk platform should be implemented along with a new platform to store confidential customer information, to better service customers.</a:t>
            </a:r>
          </a:p>
          <a:p>
            <a:r>
              <a:rPr lang="en-US" dirty="0">
                <a:latin typeface="Times New Roman" panose="02020603050405020304" pitchFamily="18" charset="0"/>
                <a:cs typeface="Times New Roman" panose="02020603050405020304" pitchFamily="18" charset="0"/>
              </a:rPr>
              <a:t>The Help Desk process will simplify the PC Solutions business process by allowing all tickets to be sent directly to the helpdesk system and acknowledged automatically without any action by the technician. </a:t>
            </a:r>
          </a:p>
          <a:p>
            <a:r>
              <a:rPr lang="en-US" dirty="0">
                <a:latin typeface="Times New Roman" panose="02020603050405020304" pitchFamily="18" charset="0"/>
                <a:cs typeface="Times New Roman" panose="02020603050405020304" pitchFamily="18" charset="0"/>
              </a:rPr>
              <a:t>A corporate grade secure firewall will protect the helpdesk platform and customer data platform from threat actors trying to breach the PC Solutions network.</a:t>
            </a:r>
          </a:p>
        </p:txBody>
      </p:sp>
    </p:spTree>
    <p:extLst>
      <p:ext uri="{BB962C8B-B14F-4D97-AF65-F5344CB8AC3E}">
        <p14:creationId xmlns:p14="http://schemas.microsoft.com/office/powerpoint/2010/main" val="1920264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A9B2-5804-4BE5-A959-B5AB4E21B1EB}"/>
              </a:ext>
            </a:extLst>
          </p:cNvPr>
          <p:cNvSpPr>
            <a:spLocks noGrp="1"/>
          </p:cNvSpPr>
          <p:nvPr>
            <p:ph type="title"/>
          </p:nvPr>
        </p:nvSpPr>
        <p:spPr/>
        <p:txBody>
          <a:bodyPr/>
          <a:lstStyle/>
          <a:p>
            <a:r>
              <a:rPr lang="en-US" dirty="0"/>
              <a:t>PROJECT GOAL</a:t>
            </a:r>
          </a:p>
        </p:txBody>
      </p:sp>
      <p:sp>
        <p:nvSpPr>
          <p:cNvPr id="3" name="Content Placeholder 2">
            <a:extLst>
              <a:ext uri="{FF2B5EF4-FFF2-40B4-BE49-F238E27FC236}">
                <a16:creationId xmlns:a16="http://schemas.microsoft.com/office/drawing/2014/main" id="{1A980807-8124-4946-A687-2C88D1588EC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goal of this project will be To implement a centralized platform and system within one and half months. A new system will allow better service for customers of PC Solutions Repair Company. The system will be executed with minimum interruptions to their business activities and with a budget of $90,000 dollars.</a:t>
            </a:r>
          </a:p>
        </p:txBody>
      </p:sp>
    </p:spTree>
    <p:extLst>
      <p:ext uri="{BB962C8B-B14F-4D97-AF65-F5344CB8AC3E}">
        <p14:creationId xmlns:p14="http://schemas.microsoft.com/office/powerpoint/2010/main" val="171178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A6F7F-FC8E-4B64-8514-CAD85CDC9725}"/>
              </a:ext>
            </a:extLst>
          </p:cNvPr>
          <p:cNvSpPr>
            <a:spLocks noGrp="1"/>
          </p:cNvSpPr>
          <p:nvPr>
            <p:ph type="title"/>
          </p:nvPr>
        </p:nvSpPr>
        <p:spPr/>
        <p:txBody>
          <a:bodyPr/>
          <a:lstStyle/>
          <a:p>
            <a:pPr algn="ctr"/>
            <a:r>
              <a:rPr lang="en-US" dirty="0"/>
              <a:t>What will the PC Solutions project contain?</a:t>
            </a:r>
          </a:p>
        </p:txBody>
      </p:sp>
      <p:sp>
        <p:nvSpPr>
          <p:cNvPr id="3" name="Text Placeholder 2">
            <a:extLst>
              <a:ext uri="{FF2B5EF4-FFF2-40B4-BE49-F238E27FC236}">
                <a16:creationId xmlns:a16="http://schemas.microsoft.com/office/drawing/2014/main" id="{C829B0DF-F63D-49BF-A2D0-A1A44A7B537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4157719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19DED-D3D2-43DF-9088-EE364AD502F2}"/>
              </a:ext>
            </a:extLst>
          </p:cNvPr>
          <p:cNvSpPr>
            <a:spLocks noGrp="1"/>
          </p:cNvSpPr>
          <p:nvPr>
            <p:ph type="title"/>
          </p:nvPr>
        </p:nvSpPr>
        <p:spPr/>
        <p:txBody>
          <a:bodyPr/>
          <a:lstStyle/>
          <a:p>
            <a:r>
              <a:rPr lang="en-US" dirty="0"/>
              <a:t>What will this project deliver?</a:t>
            </a:r>
          </a:p>
        </p:txBody>
      </p:sp>
      <p:sp>
        <p:nvSpPr>
          <p:cNvPr id="3" name="Content Placeholder 2">
            <a:extLst>
              <a:ext uri="{FF2B5EF4-FFF2-40B4-BE49-F238E27FC236}">
                <a16:creationId xmlns:a16="http://schemas.microsoft.com/office/drawing/2014/main" id="{9B30632F-1147-49AF-B093-69F304717A46}"/>
              </a:ext>
            </a:extLst>
          </p:cNvPr>
          <p:cNvSpPr>
            <a:spLocks noGrp="1"/>
          </p:cNvSpPr>
          <p:nvPr>
            <p:ph idx="1"/>
          </p:nvPr>
        </p:nvSpPr>
        <p:spPr/>
        <p:txBody>
          <a:bodyPr/>
          <a:lstStyle/>
          <a:p>
            <a:pPr marL="342900" marR="0" lvl="0" indent="-342900">
              <a:lnSpc>
                <a:spcPct val="150000"/>
              </a:lnSpc>
              <a:spcBef>
                <a:spcPts val="0"/>
              </a:spcBef>
              <a:spcAft>
                <a:spcPts val="800"/>
              </a:spcAft>
              <a:buFont typeface="Symbol" panose="05050102010706020507" pitchFamily="18"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Fully operational corporate grade firewall for client and network security.</a:t>
            </a:r>
          </a:p>
          <a:p>
            <a:pPr marL="342900" marR="0" lvl="0" indent="-342900">
              <a:lnSpc>
                <a:spcPct val="150000"/>
              </a:lnSpc>
              <a:spcBef>
                <a:spcPts val="0"/>
              </a:spcBef>
              <a:spcAft>
                <a:spcPts val="800"/>
              </a:spcAft>
              <a:buFont typeface="Symbol" panose="05050102010706020507" pitchFamily="18"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Help Desk Platform Application for ease of use and better service for customers.</a:t>
            </a:r>
          </a:p>
          <a:p>
            <a:pPr marL="342900" marR="0" lvl="0" indent="-342900">
              <a:lnSpc>
                <a:spcPct val="150000"/>
              </a:lnSpc>
              <a:spcBef>
                <a:spcPts val="0"/>
              </a:spcBef>
              <a:spcAft>
                <a:spcPts val="0"/>
              </a:spcAft>
              <a:buFont typeface="Symbol" panose="05050102010706020507" pitchFamily="18" charset="2"/>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Application to store confidential customer information ensuring information security.</a:t>
            </a:r>
          </a:p>
          <a:p>
            <a:endParaRPr lang="en-US" dirty="0"/>
          </a:p>
        </p:txBody>
      </p:sp>
    </p:spTree>
    <p:extLst>
      <p:ext uri="{BB962C8B-B14F-4D97-AF65-F5344CB8AC3E}">
        <p14:creationId xmlns:p14="http://schemas.microsoft.com/office/powerpoint/2010/main" val="4228099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CC643-3397-480E-BD64-EE56667304A0}"/>
              </a:ext>
            </a:extLst>
          </p:cNvPr>
          <p:cNvSpPr>
            <a:spLocks noGrp="1"/>
          </p:cNvSpPr>
          <p:nvPr>
            <p:ph type="title"/>
          </p:nvPr>
        </p:nvSpPr>
        <p:spPr/>
        <p:txBody>
          <a:bodyPr/>
          <a:lstStyle/>
          <a:p>
            <a:r>
              <a:rPr lang="en-US" dirty="0"/>
              <a:t>Technical aspects of this project</a:t>
            </a:r>
          </a:p>
        </p:txBody>
      </p:sp>
      <p:sp>
        <p:nvSpPr>
          <p:cNvPr id="3" name="Content Placeholder 2">
            <a:extLst>
              <a:ext uri="{FF2B5EF4-FFF2-40B4-BE49-F238E27FC236}">
                <a16:creationId xmlns:a16="http://schemas.microsoft.com/office/drawing/2014/main" id="{E6178C03-849A-4397-87F0-01C4D6E8F4E6}"/>
              </a:ext>
            </a:extLst>
          </p:cNvPr>
          <p:cNvSpPr>
            <a:spLocks noGrp="1"/>
          </p:cNvSpPr>
          <p:nvPr>
            <p:ph idx="1"/>
          </p:nvPr>
        </p:nvSpPr>
        <p:spPr/>
        <p:txBody>
          <a:bodyPr>
            <a:normAutofit fontScale="40000" lnSpcReduction="20000"/>
          </a:bodyPr>
          <a:lstStyle/>
          <a:p>
            <a:r>
              <a:rPr lang="en-US" sz="4500" dirty="0">
                <a:latin typeface="Times New Roman" panose="02020603050405020304" pitchFamily="18" charset="0"/>
                <a:cs typeface="Times New Roman" panose="02020603050405020304" pitchFamily="18" charset="0"/>
              </a:rPr>
              <a:t>The Help Desk will receive tickets and send an acknowledgement email back to the PC Solutions customer.</a:t>
            </a:r>
          </a:p>
          <a:p>
            <a:r>
              <a:rPr lang="en-US" sz="4500" dirty="0">
                <a:latin typeface="Times New Roman" panose="02020603050405020304" pitchFamily="18" charset="0"/>
                <a:cs typeface="Times New Roman" panose="02020603050405020304" pitchFamily="18" charset="0"/>
              </a:rPr>
              <a:t>A Frequently Asked Questions database within the helpdesk where the technician can save tickets that could serve for future reference for other technicians to work on new tickets will be included.</a:t>
            </a:r>
          </a:p>
          <a:p>
            <a:r>
              <a:rPr lang="en-US" sz="4500" dirty="0">
                <a:latin typeface="Times New Roman" panose="02020603050405020304" pitchFamily="18" charset="0"/>
                <a:cs typeface="Times New Roman" panose="02020603050405020304" pitchFamily="18" charset="0"/>
              </a:rPr>
              <a:t>The technicians will be able to send emails to customers from within the Help Desk application.</a:t>
            </a:r>
          </a:p>
          <a:p>
            <a:r>
              <a:rPr lang="en-US" sz="4500" dirty="0">
                <a:latin typeface="Times New Roman" panose="02020603050405020304" pitchFamily="18" charset="0"/>
                <a:cs typeface="Times New Roman" panose="02020603050405020304" pitchFamily="18" charset="0"/>
              </a:rPr>
              <a:t>The Corporate Grade Firewall will protect the network clients from threat actors.</a:t>
            </a:r>
          </a:p>
          <a:p>
            <a:r>
              <a:rPr lang="en-US" sz="4500" dirty="0">
                <a:latin typeface="Times New Roman" panose="02020603050405020304" pitchFamily="18" charset="0"/>
                <a:cs typeface="Times New Roman" panose="02020603050405020304" pitchFamily="18" charset="0"/>
              </a:rPr>
              <a:t>An application with password support to protect customer information will be managed by the Information Technology Department.</a:t>
            </a:r>
          </a:p>
          <a:p>
            <a:endParaRPr lang="en-US" dirty="0"/>
          </a:p>
        </p:txBody>
      </p:sp>
    </p:spTree>
    <p:extLst>
      <p:ext uri="{BB962C8B-B14F-4D97-AF65-F5344CB8AC3E}">
        <p14:creationId xmlns:p14="http://schemas.microsoft.com/office/powerpoint/2010/main" val="1131084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A38F5-0E70-44D0-8A11-1221FB2BFF43}"/>
              </a:ext>
            </a:extLst>
          </p:cNvPr>
          <p:cNvSpPr>
            <a:spLocks noGrp="1"/>
          </p:cNvSpPr>
          <p:nvPr>
            <p:ph type="title"/>
          </p:nvPr>
        </p:nvSpPr>
        <p:spPr/>
        <p:txBody>
          <a:bodyPr/>
          <a:lstStyle/>
          <a:p>
            <a:r>
              <a:rPr lang="en-US" dirty="0"/>
              <a:t>IS The PC Solutions project feasible?</a:t>
            </a:r>
          </a:p>
        </p:txBody>
      </p:sp>
      <p:sp>
        <p:nvSpPr>
          <p:cNvPr id="3" name="Text Placeholder 2">
            <a:extLst>
              <a:ext uri="{FF2B5EF4-FFF2-40B4-BE49-F238E27FC236}">
                <a16:creationId xmlns:a16="http://schemas.microsoft.com/office/drawing/2014/main" id="{4B16EF9F-4A86-4056-ACCA-8B67B4083D56}"/>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993918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81224-8DF2-4CAE-8353-78C39081EA53}"/>
              </a:ext>
            </a:extLst>
          </p:cNvPr>
          <p:cNvSpPr>
            <a:spLocks noGrp="1"/>
          </p:cNvSpPr>
          <p:nvPr>
            <p:ph type="title"/>
          </p:nvPr>
        </p:nvSpPr>
        <p:spPr/>
        <p:txBody>
          <a:bodyPr/>
          <a:lstStyle/>
          <a:p>
            <a:r>
              <a:rPr lang="en-US" dirty="0"/>
              <a:t>Technical Feasibility</a:t>
            </a:r>
          </a:p>
        </p:txBody>
      </p:sp>
      <p:sp>
        <p:nvSpPr>
          <p:cNvPr id="3" name="Content Placeholder 2">
            <a:extLst>
              <a:ext uri="{FF2B5EF4-FFF2-40B4-BE49-F238E27FC236}">
                <a16:creationId xmlns:a16="http://schemas.microsoft.com/office/drawing/2014/main" id="{3BB8DA83-7143-446E-B780-9B5B219929DA}"/>
              </a:ext>
            </a:extLst>
          </p:cNvPr>
          <p:cNvSpPr>
            <a:spLocks noGrp="1"/>
          </p:cNvSpPr>
          <p:nvPr>
            <p:ph idx="1"/>
          </p:nvPr>
        </p:nvSpPr>
        <p:spPr>
          <a:xfrm>
            <a:off x="1141412" y="2249487"/>
            <a:ext cx="10079963" cy="3805084"/>
          </a:xfrm>
        </p:spPr>
        <p:txBody>
          <a:bodyPr>
            <a:normAutofit fontScale="62500" lnSpcReduction="20000"/>
          </a:bodyPr>
          <a:lstStyle/>
          <a:p>
            <a:r>
              <a:rPr lang="en-US" dirty="0"/>
              <a:t>The Helpdesk platform application Solution Tech Consultants is proposing is an in-house application solution and will be setup as an internal site within the PC Solutions network. Having Help Desk experience is a job requirement for PC Solution's technicians, since it’s been years the technicians started working at PC Solutions, they will be newly trained.</a:t>
            </a:r>
          </a:p>
          <a:p>
            <a:r>
              <a:rPr lang="en-US" dirty="0"/>
              <a:t>A corporate grade firewall protecting PC Solutions network from threat actors trying breach its network and an application with password support to protect customer information has also been proposed by Solution Tech Consultants. The PC Solutions techs have no experience with the proposed firewall solution, since this is the case Solution Tech Consultants will provide training.</a:t>
            </a:r>
          </a:p>
          <a:p>
            <a:r>
              <a:rPr lang="en-US" dirty="0"/>
              <a:t> The application with password support was a job requirement for the PC Solutions technicians, so knowledge of how to use that application was expected. </a:t>
            </a:r>
          </a:p>
          <a:p>
            <a:r>
              <a:rPr lang="en-US" dirty="0"/>
              <a:t>The solutions, Solution Tech Consultants have planned will cover the current needs of PC Solutions Repair Services.</a:t>
            </a:r>
          </a:p>
          <a:p>
            <a:r>
              <a:rPr lang="en-US" dirty="0"/>
              <a:t>Once training is completed for all personnel, they should be able to operate the applicable system or platforms and train others in the future.</a:t>
            </a:r>
          </a:p>
          <a:p>
            <a:r>
              <a:rPr lang="en-US" dirty="0"/>
              <a:t>From the explanations described above this project is technically feasible.</a:t>
            </a:r>
          </a:p>
          <a:p>
            <a:endParaRPr lang="en-US" dirty="0"/>
          </a:p>
        </p:txBody>
      </p:sp>
    </p:spTree>
    <p:extLst>
      <p:ext uri="{BB962C8B-B14F-4D97-AF65-F5344CB8AC3E}">
        <p14:creationId xmlns:p14="http://schemas.microsoft.com/office/powerpoint/2010/main" val="4053914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2FEFF-ACE2-42B8-94F3-B95E4C57E05C}"/>
              </a:ext>
            </a:extLst>
          </p:cNvPr>
          <p:cNvSpPr>
            <a:spLocks noGrp="1"/>
          </p:cNvSpPr>
          <p:nvPr>
            <p:ph type="title"/>
          </p:nvPr>
        </p:nvSpPr>
        <p:spPr/>
        <p:txBody>
          <a:bodyPr/>
          <a:lstStyle/>
          <a:p>
            <a:r>
              <a:rPr lang="en-US" dirty="0"/>
              <a:t>Financial Feasibility</a:t>
            </a:r>
          </a:p>
        </p:txBody>
      </p:sp>
      <p:sp>
        <p:nvSpPr>
          <p:cNvPr id="3" name="Content Placeholder 2">
            <a:extLst>
              <a:ext uri="{FF2B5EF4-FFF2-40B4-BE49-F238E27FC236}">
                <a16:creationId xmlns:a16="http://schemas.microsoft.com/office/drawing/2014/main" id="{4CD0D8D3-754E-4D1C-A166-3FA6B0649977}"/>
              </a:ext>
            </a:extLst>
          </p:cNvPr>
          <p:cNvSpPr>
            <a:spLocks noGrp="1"/>
          </p:cNvSpPr>
          <p:nvPr>
            <p:ph idx="1"/>
          </p:nvPr>
        </p:nvSpPr>
        <p:spPr/>
        <p:txBody>
          <a:bodyPr>
            <a:normAutofit fontScale="85000" lnSpcReduction="20000"/>
          </a:bodyPr>
          <a:lstStyle/>
          <a:p>
            <a:r>
              <a:rPr lang="en-US" dirty="0"/>
              <a:t>The approved budget for this project is $90,000.</a:t>
            </a:r>
          </a:p>
          <a:p>
            <a:r>
              <a:rPr lang="en-US" dirty="0"/>
              <a:t>The Labor/Implementation Costs for this Project will be $20,000. </a:t>
            </a:r>
          </a:p>
          <a:p>
            <a:r>
              <a:rPr lang="en-US" dirty="0"/>
              <a:t>The Security costs for this project will cost $1,600.00. </a:t>
            </a:r>
          </a:p>
          <a:p>
            <a:r>
              <a:rPr lang="en-US" dirty="0"/>
              <a:t>The Application costs for this project which include the Help Desk application cost $34,400 and an application with password support which costs $6,950.00 for 50 computers. </a:t>
            </a:r>
          </a:p>
          <a:p>
            <a:r>
              <a:rPr lang="en-US" dirty="0"/>
              <a:t> The Training Costs for this project include a network trainer for $10,000.00 on a salary and Help desk platform trainer for $10,000.00 also on a salary, training will last 10 days. </a:t>
            </a:r>
          </a:p>
          <a:p>
            <a:r>
              <a:rPr lang="en-US" dirty="0"/>
              <a:t>The final cost of the project is $82,950, which is below budget, for this reason the project is financially feasible.</a:t>
            </a:r>
          </a:p>
        </p:txBody>
      </p:sp>
    </p:spTree>
    <p:extLst>
      <p:ext uri="{BB962C8B-B14F-4D97-AF65-F5344CB8AC3E}">
        <p14:creationId xmlns:p14="http://schemas.microsoft.com/office/powerpoint/2010/main" val="3691321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B0EFC2-AEF6-4038-A756-6B8E37DBC5A4}"/>
              </a:ext>
            </a:extLst>
          </p:cNvPr>
          <p:cNvSpPr>
            <a:spLocks noGrp="1"/>
          </p:cNvSpPr>
          <p:nvPr>
            <p:ph type="title"/>
          </p:nvPr>
        </p:nvSpPr>
        <p:spPr/>
        <p:txBody>
          <a:bodyPr/>
          <a:lstStyle/>
          <a:p>
            <a:r>
              <a:rPr lang="en-US" dirty="0"/>
              <a:t>Security is very important with all these data breaches going on. What security plans are going to be recommended?</a:t>
            </a:r>
          </a:p>
        </p:txBody>
      </p:sp>
      <p:sp>
        <p:nvSpPr>
          <p:cNvPr id="5" name="Text Placeholder 4">
            <a:extLst>
              <a:ext uri="{FF2B5EF4-FFF2-40B4-BE49-F238E27FC236}">
                <a16:creationId xmlns:a16="http://schemas.microsoft.com/office/drawing/2014/main" id="{E63C0D7A-A81C-4A03-AAD1-660E4472CA7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88387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F71839-A4D3-440C-8B78-B972C299AD31}"/>
              </a:ext>
            </a:extLst>
          </p:cNvPr>
          <p:cNvSpPr>
            <a:spLocks noGrp="1"/>
          </p:cNvSpPr>
          <p:nvPr>
            <p:ph type="title"/>
          </p:nvPr>
        </p:nvSpPr>
        <p:spPr/>
        <p:txBody>
          <a:bodyPr/>
          <a:lstStyle/>
          <a:p>
            <a:r>
              <a:rPr lang="en-US" dirty="0"/>
              <a:t>Security Plan</a:t>
            </a:r>
          </a:p>
        </p:txBody>
      </p:sp>
      <p:sp>
        <p:nvSpPr>
          <p:cNvPr id="5" name="Content Placeholder 4">
            <a:extLst>
              <a:ext uri="{FF2B5EF4-FFF2-40B4-BE49-F238E27FC236}">
                <a16:creationId xmlns:a16="http://schemas.microsoft.com/office/drawing/2014/main" id="{D23620B4-6E28-4013-BA09-1767C8DC90F6}"/>
              </a:ext>
            </a:extLst>
          </p:cNvPr>
          <p:cNvSpPr>
            <a:spLocks noGrp="1"/>
          </p:cNvSpPr>
          <p:nvPr>
            <p:ph idx="1"/>
          </p:nvPr>
        </p:nvSpPr>
        <p:spPr/>
        <p:txBody>
          <a:bodyPr>
            <a:normAutofit/>
          </a:bodyPr>
          <a:lstStyle/>
          <a:p>
            <a:r>
              <a:rPr lang="en-US" dirty="0"/>
              <a:t>Three security policies are going to be recommended to better protect and serve customers.</a:t>
            </a:r>
          </a:p>
          <a:p>
            <a:r>
              <a:rPr lang="en-US" dirty="0"/>
              <a:t>The first one is an Acceptable Use Policy</a:t>
            </a:r>
          </a:p>
          <a:p>
            <a:r>
              <a:rPr lang="en-US" dirty="0"/>
              <a:t>Why is this policy needed?</a:t>
            </a:r>
          </a:p>
          <a:p>
            <a:r>
              <a:rPr lang="en-US" dirty="0"/>
              <a:t>In the past, technicians have been downloading software without PC Solutions permission and that software is infecting the computers with viruses.</a:t>
            </a:r>
          </a:p>
          <a:p>
            <a:endParaRPr lang="en-US" dirty="0"/>
          </a:p>
        </p:txBody>
      </p:sp>
    </p:spTree>
    <p:extLst>
      <p:ext uri="{BB962C8B-B14F-4D97-AF65-F5344CB8AC3E}">
        <p14:creationId xmlns:p14="http://schemas.microsoft.com/office/powerpoint/2010/main" val="3482579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591C2-6806-45B7-ABCA-AF7BCB0CFAAB}"/>
              </a:ext>
            </a:extLst>
          </p:cNvPr>
          <p:cNvSpPr>
            <a:spLocks noGrp="1"/>
          </p:cNvSpPr>
          <p:nvPr>
            <p:ph type="title"/>
          </p:nvPr>
        </p:nvSpPr>
        <p:spPr/>
        <p:txBody>
          <a:bodyPr/>
          <a:lstStyle/>
          <a:p>
            <a:r>
              <a:rPr lang="en-US" dirty="0"/>
              <a:t>Security Plan Continued ….</a:t>
            </a:r>
          </a:p>
        </p:txBody>
      </p:sp>
      <p:sp>
        <p:nvSpPr>
          <p:cNvPr id="3" name="Content Placeholder 2">
            <a:extLst>
              <a:ext uri="{FF2B5EF4-FFF2-40B4-BE49-F238E27FC236}">
                <a16:creationId xmlns:a16="http://schemas.microsoft.com/office/drawing/2014/main" id="{D19FAA4A-9509-4448-94A6-96963AC25E0C}"/>
              </a:ext>
            </a:extLst>
          </p:cNvPr>
          <p:cNvSpPr>
            <a:spLocks noGrp="1"/>
          </p:cNvSpPr>
          <p:nvPr>
            <p:ph idx="1"/>
          </p:nvPr>
        </p:nvSpPr>
        <p:spPr/>
        <p:txBody>
          <a:bodyPr/>
          <a:lstStyle/>
          <a:p>
            <a:r>
              <a:rPr lang="en-US" dirty="0"/>
              <a:t>The second policy is a Physical Security Policy.</a:t>
            </a:r>
          </a:p>
          <a:p>
            <a:r>
              <a:rPr lang="en-US" dirty="0"/>
              <a:t>Why is this policy needed?</a:t>
            </a:r>
          </a:p>
          <a:p>
            <a:r>
              <a:rPr lang="en-US" dirty="0"/>
              <a:t>PC Solutions Employees have not locked their computers when leaving for lunch or break and that has led to an intruder having physical access to their for computer and stealing sensitive data.</a:t>
            </a:r>
          </a:p>
          <a:p>
            <a:endParaRPr lang="en-US" dirty="0"/>
          </a:p>
          <a:p>
            <a:endParaRPr lang="en-US" dirty="0"/>
          </a:p>
        </p:txBody>
      </p:sp>
    </p:spTree>
    <p:extLst>
      <p:ext uri="{BB962C8B-B14F-4D97-AF65-F5344CB8AC3E}">
        <p14:creationId xmlns:p14="http://schemas.microsoft.com/office/powerpoint/2010/main" val="2291529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F8C3-77EF-4009-8D50-460D054E2A76}"/>
              </a:ext>
            </a:extLst>
          </p:cNvPr>
          <p:cNvSpPr>
            <a:spLocks noGrp="1"/>
          </p:cNvSpPr>
          <p:nvPr>
            <p:ph type="title"/>
          </p:nvPr>
        </p:nvSpPr>
        <p:spPr/>
        <p:txBody>
          <a:bodyPr/>
          <a:lstStyle/>
          <a:p>
            <a:r>
              <a:rPr lang="en-US" dirty="0"/>
              <a:t>Security plan Continued …</a:t>
            </a:r>
          </a:p>
        </p:txBody>
      </p:sp>
      <p:sp>
        <p:nvSpPr>
          <p:cNvPr id="3" name="Content Placeholder 2">
            <a:extLst>
              <a:ext uri="{FF2B5EF4-FFF2-40B4-BE49-F238E27FC236}">
                <a16:creationId xmlns:a16="http://schemas.microsoft.com/office/drawing/2014/main" id="{C9876E0D-52AC-4707-804F-92344F0390DA}"/>
              </a:ext>
            </a:extLst>
          </p:cNvPr>
          <p:cNvSpPr>
            <a:spLocks noGrp="1"/>
          </p:cNvSpPr>
          <p:nvPr>
            <p:ph idx="1"/>
          </p:nvPr>
        </p:nvSpPr>
        <p:spPr/>
        <p:txBody>
          <a:bodyPr/>
          <a:lstStyle/>
          <a:p>
            <a:r>
              <a:rPr lang="en-US" dirty="0"/>
              <a:t>The third policy is a Bring Your Own Device Policy.</a:t>
            </a:r>
          </a:p>
          <a:p>
            <a:r>
              <a:rPr lang="en-US" dirty="0"/>
              <a:t>Why is this policy needed?</a:t>
            </a:r>
          </a:p>
          <a:p>
            <a:r>
              <a:rPr lang="en-US" dirty="0"/>
              <a:t>Employees have been complaining about some time that they want to bring their own device to work and use it to instead of PC Solutions computers. An employee brought his device once and connected it to the PC Solutions network and since the device was not configured well, an attacked exploited his device and stole his information.</a:t>
            </a:r>
          </a:p>
        </p:txBody>
      </p:sp>
    </p:spTree>
    <p:extLst>
      <p:ext uri="{BB962C8B-B14F-4D97-AF65-F5344CB8AC3E}">
        <p14:creationId xmlns:p14="http://schemas.microsoft.com/office/powerpoint/2010/main" val="2922749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1"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583BC7-118F-435C-BEC6-3815F76866FE}"/>
              </a:ext>
            </a:extLst>
          </p:cNvPr>
          <p:cNvSpPr>
            <a:spLocks noGrp="1"/>
          </p:cNvSpPr>
          <p:nvPr>
            <p:ph type="title"/>
          </p:nvPr>
        </p:nvSpPr>
        <p:spPr>
          <a:xfrm>
            <a:off x="1141413" y="618518"/>
            <a:ext cx="9905998" cy="1478570"/>
          </a:xfrm>
        </p:spPr>
        <p:txBody>
          <a:bodyPr>
            <a:normAutofit/>
          </a:bodyPr>
          <a:lstStyle/>
          <a:p>
            <a:r>
              <a:rPr lang="en-US" dirty="0"/>
              <a:t>Pc Solutions Timeline AND SCHEDULE TASKS</a:t>
            </a:r>
          </a:p>
        </p:txBody>
      </p:sp>
      <p:graphicFrame>
        <p:nvGraphicFramePr>
          <p:cNvPr id="4" name="Content Placeholder 3">
            <a:extLst>
              <a:ext uri="{FF2B5EF4-FFF2-40B4-BE49-F238E27FC236}">
                <a16:creationId xmlns:a16="http://schemas.microsoft.com/office/drawing/2014/main" id="{65252E1B-F8DD-4FCC-AC07-91AA945441F2}"/>
              </a:ext>
            </a:extLst>
          </p:cNvPr>
          <p:cNvGraphicFramePr>
            <a:graphicFrameLocks noGrp="1"/>
          </p:cNvGraphicFramePr>
          <p:nvPr>
            <p:ph idx="1"/>
            <p:extLst>
              <p:ext uri="{D42A27DB-BD31-4B8C-83A1-F6EECF244321}">
                <p14:modId xmlns:p14="http://schemas.microsoft.com/office/powerpoint/2010/main" val="850705753"/>
              </p:ext>
            </p:extLst>
          </p:nvPr>
        </p:nvGraphicFramePr>
        <p:xfrm>
          <a:off x="1703711" y="2249488"/>
          <a:ext cx="8781412" cy="3541724"/>
        </p:xfrm>
        <a:graphic>
          <a:graphicData uri="http://schemas.openxmlformats.org/drawingml/2006/table">
            <a:tbl>
              <a:tblPr firstRow="1" bandRow="1">
                <a:tableStyleId>{35758FB7-9AC5-4552-8A53-C91805E547FA}</a:tableStyleId>
              </a:tblPr>
              <a:tblGrid>
                <a:gridCol w="1274099">
                  <a:extLst>
                    <a:ext uri="{9D8B030D-6E8A-4147-A177-3AD203B41FA5}">
                      <a16:colId xmlns:a16="http://schemas.microsoft.com/office/drawing/2014/main" val="2078584573"/>
                    </a:ext>
                  </a:extLst>
                </a:gridCol>
                <a:gridCol w="1112585">
                  <a:extLst>
                    <a:ext uri="{9D8B030D-6E8A-4147-A177-3AD203B41FA5}">
                      <a16:colId xmlns:a16="http://schemas.microsoft.com/office/drawing/2014/main" val="2381012672"/>
                    </a:ext>
                  </a:extLst>
                </a:gridCol>
                <a:gridCol w="687630">
                  <a:extLst>
                    <a:ext uri="{9D8B030D-6E8A-4147-A177-3AD203B41FA5}">
                      <a16:colId xmlns:a16="http://schemas.microsoft.com/office/drawing/2014/main" val="311260332"/>
                    </a:ext>
                  </a:extLst>
                </a:gridCol>
                <a:gridCol w="1005937">
                  <a:extLst>
                    <a:ext uri="{9D8B030D-6E8A-4147-A177-3AD203B41FA5}">
                      <a16:colId xmlns:a16="http://schemas.microsoft.com/office/drawing/2014/main" val="3005566357"/>
                    </a:ext>
                  </a:extLst>
                </a:gridCol>
                <a:gridCol w="1415056">
                  <a:extLst>
                    <a:ext uri="{9D8B030D-6E8A-4147-A177-3AD203B41FA5}">
                      <a16:colId xmlns:a16="http://schemas.microsoft.com/office/drawing/2014/main" val="1217752203"/>
                    </a:ext>
                  </a:extLst>
                </a:gridCol>
                <a:gridCol w="767023">
                  <a:extLst>
                    <a:ext uri="{9D8B030D-6E8A-4147-A177-3AD203B41FA5}">
                      <a16:colId xmlns:a16="http://schemas.microsoft.com/office/drawing/2014/main" val="2670214136"/>
                    </a:ext>
                  </a:extLst>
                </a:gridCol>
                <a:gridCol w="767023">
                  <a:extLst>
                    <a:ext uri="{9D8B030D-6E8A-4147-A177-3AD203B41FA5}">
                      <a16:colId xmlns:a16="http://schemas.microsoft.com/office/drawing/2014/main" val="475081193"/>
                    </a:ext>
                  </a:extLst>
                </a:gridCol>
                <a:gridCol w="335001">
                  <a:extLst>
                    <a:ext uri="{9D8B030D-6E8A-4147-A177-3AD203B41FA5}">
                      <a16:colId xmlns:a16="http://schemas.microsoft.com/office/drawing/2014/main" val="523412641"/>
                    </a:ext>
                  </a:extLst>
                </a:gridCol>
                <a:gridCol w="335001">
                  <a:extLst>
                    <a:ext uri="{9D8B030D-6E8A-4147-A177-3AD203B41FA5}">
                      <a16:colId xmlns:a16="http://schemas.microsoft.com/office/drawing/2014/main" val="3432691391"/>
                    </a:ext>
                  </a:extLst>
                </a:gridCol>
                <a:gridCol w="335001">
                  <a:extLst>
                    <a:ext uri="{9D8B030D-6E8A-4147-A177-3AD203B41FA5}">
                      <a16:colId xmlns:a16="http://schemas.microsoft.com/office/drawing/2014/main" val="3234566623"/>
                    </a:ext>
                  </a:extLst>
                </a:gridCol>
                <a:gridCol w="373528">
                  <a:extLst>
                    <a:ext uri="{9D8B030D-6E8A-4147-A177-3AD203B41FA5}">
                      <a16:colId xmlns:a16="http://schemas.microsoft.com/office/drawing/2014/main" val="1777710372"/>
                    </a:ext>
                  </a:extLst>
                </a:gridCol>
                <a:gridCol w="373528">
                  <a:extLst>
                    <a:ext uri="{9D8B030D-6E8A-4147-A177-3AD203B41FA5}">
                      <a16:colId xmlns:a16="http://schemas.microsoft.com/office/drawing/2014/main" val="3145711013"/>
                    </a:ext>
                  </a:extLst>
                </a:gridCol>
              </a:tblGrid>
              <a:tr h="329462">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r>
                        <a:rPr lang="en-US" sz="900" u="none" strike="noStrike">
                          <a:effectLst/>
                        </a:rPr>
                        <a:t>Start Date</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r>
                        <a:rPr lang="en-US" sz="900" u="none" strike="noStrike">
                          <a:effectLst/>
                        </a:rPr>
                        <a:t>End</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r>
                        <a:rPr lang="en-US" sz="900" u="none" strike="noStrike" dirty="0">
                          <a:effectLst/>
                        </a:rPr>
                        <a:t>Duration = In Days</a:t>
                      </a:r>
                      <a:endParaRPr lang="en-US" sz="900" b="0" i="0" u="none" strike="noStrike" dirty="0">
                        <a:solidFill>
                          <a:srgbClr val="000000"/>
                        </a:solidFill>
                        <a:effectLst/>
                        <a:latin typeface="Calibri" panose="020F0502020204030204" pitchFamily="34" charset="0"/>
                      </a:endParaRPr>
                    </a:p>
                  </a:txBody>
                  <a:tcPr marL="6590" marR="6590" marT="6590" marB="0" anchor="b"/>
                </a:tc>
                <a:tc>
                  <a:txBody>
                    <a:bodyPr/>
                    <a:lstStyle/>
                    <a:p>
                      <a:pPr algn="l" fontAlgn="b"/>
                      <a:r>
                        <a:rPr lang="en-US" sz="900" u="none" strike="noStrike" dirty="0">
                          <a:effectLst/>
                        </a:rPr>
                        <a:t>Task Detail</a:t>
                      </a:r>
                      <a:endParaRPr lang="en-US" sz="900" b="0" i="0" u="none" strike="noStrike" dirty="0">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4089202041"/>
                  </a:ext>
                </a:extLst>
              </a:tr>
              <a:tr h="185323">
                <a:tc>
                  <a:txBody>
                    <a:bodyPr/>
                    <a:lstStyle/>
                    <a:p>
                      <a:pPr algn="l" fontAlgn="b"/>
                      <a:r>
                        <a:rPr lang="en-US" sz="900" u="none" strike="noStrike">
                          <a:effectLst/>
                        </a:rPr>
                        <a:t>Project Duration</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1/22/2021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4/26/2021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94</a:t>
                      </a:r>
                      <a:endParaRPr lang="en-US" sz="900" b="0" i="0" u="none" strike="noStrike">
                        <a:solidFill>
                          <a:srgbClr val="000000"/>
                        </a:solidFill>
                        <a:effectLst/>
                        <a:latin typeface="Calibri" panose="020F0502020204030204" pitchFamily="34" charset="0"/>
                      </a:endParaRPr>
                    </a:p>
                  </a:txBody>
                  <a:tcPr marL="6590" marR="6590" marT="6590" marB="0" anchor="b"/>
                </a:tc>
                <a:tc gridSpan="3">
                  <a:txBody>
                    <a:bodyPr/>
                    <a:lstStyle/>
                    <a:p>
                      <a:pPr algn="l" fontAlgn="b"/>
                      <a:r>
                        <a:rPr lang="en-US" sz="900" u="none" strike="noStrike">
                          <a:effectLst/>
                        </a:rPr>
                        <a:t>PC Solutions Project Started</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1387344205"/>
                  </a:ext>
                </a:extLst>
              </a:tr>
              <a:tr h="185323">
                <a:tc>
                  <a:txBody>
                    <a:bodyPr/>
                    <a:lstStyle/>
                    <a:p>
                      <a:pPr algn="l" fontAlgn="b"/>
                      <a:r>
                        <a:rPr lang="en-US" sz="900" u="none" strike="noStrike">
                          <a:effectLst/>
                        </a:rPr>
                        <a:t>Project Contract </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1/23/2021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1/29/2021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6</a:t>
                      </a:r>
                      <a:endParaRPr lang="en-US" sz="900" b="0" i="0" u="none" strike="noStrike">
                        <a:solidFill>
                          <a:srgbClr val="000000"/>
                        </a:solidFill>
                        <a:effectLst/>
                        <a:latin typeface="Calibri" panose="020F0502020204030204" pitchFamily="34" charset="0"/>
                      </a:endParaRPr>
                    </a:p>
                  </a:txBody>
                  <a:tcPr marL="6590" marR="6590" marT="6590" marB="0" anchor="b"/>
                </a:tc>
                <a:tc gridSpan="6">
                  <a:txBody>
                    <a:bodyPr/>
                    <a:lstStyle/>
                    <a:p>
                      <a:pPr algn="l" fontAlgn="b"/>
                      <a:r>
                        <a:rPr lang="en-US" sz="900" u="none" strike="noStrike">
                          <a:effectLst/>
                        </a:rPr>
                        <a:t>Contract done between PC Solutions and Solution Tech Consultants.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975000085"/>
                  </a:ext>
                </a:extLst>
              </a:tr>
              <a:tr h="185323">
                <a:tc>
                  <a:txBody>
                    <a:bodyPr/>
                    <a:lstStyle/>
                    <a:p>
                      <a:pPr algn="l" fontAlgn="b"/>
                      <a:r>
                        <a:rPr lang="en-US" sz="900" u="none" strike="noStrike">
                          <a:effectLst/>
                        </a:rPr>
                        <a:t>Project Scope </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2/1/2021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2/12/2021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11</a:t>
                      </a:r>
                      <a:endParaRPr lang="en-US" sz="900" b="0" i="0" u="none" strike="noStrike">
                        <a:solidFill>
                          <a:srgbClr val="000000"/>
                        </a:solidFill>
                        <a:effectLst/>
                        <a:latin typeface="Calibri" panose="020F0502020204030204" pitchFamily="34" charset="0"/>
                      </a:endParaRPr>
                    </a:p>
                  </a:txBody>
                  <a:tcPr marL="6590" marR="6590" marT="6590" marB="0" anchor="b"/>
                </a:tc>
                <a:tc gridSpan="5">
                  <a:txBody>
                    <a:bodyPr/>
                    <a:lstStyle/>
                    <a:p>
                      <a:pPr algn="l" fontAlgn="b"/>
                      <a:r>
                        <a:rPr lang="en-US" sz="900" u="none" strike="noStrike">
                          <a:effectLst/>
                        </a:rPr>
                        <a:t>Scope of Project by Solution Tech Consutants for PC Solutions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4193753251"/>
                  </a:ext>
                </a:extLst>
              </a:tr>
              <a:tr h="329462">
                <a:tc>
                  <a:txBody>
                    <a:bodyPr/>
                    <a:lstStyle/>
                    <a:p>
                      <a:pPr algn="l" fontAlgn="b"/>
                      <a:r>
                        <a:rPr lang="en-US" sz="900" u="none" strike="noStrike">
                          <a:effectLst/>
                        </a:rPr>
                        <a:t>Feasibility Study</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2/13/2021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2/19/2021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6</a:t>
                      </a:r>
                      <a:endParaRPr lang="en-US" sz="900" b="0" i="0" u="none" strike="noStrike">
                        <a:solidFill>
                          <a:srgbClr val="000000"/>
                        </a:solidFill>
                        <a:effectLst/>
                        <a:latin typeface="Calibri" panose="020F0502020204030204" pitchFamily="34" charset="0"/>
                      </a:endParaRPr>
                    </a:p>
                  </a:txBody>
                  <a:tcPr marL="6590" marR="6590" marT="6590" marB="0" anchor="b"/>
                </a:tc>
                <a:tc gridSpan="6">
                  <a:txBody>
                    <a:bodyPr/>
                    <a:lstStyle/>
                    <a:p>
                      <a:pPr algn="l" fontAlgn="b"/>
                      <a:r>
                        <a:rPr lang="en-US" sz="900" u="none" strike="noStrike">
                          <a:effectLst/>
                        </a:rPr>
                        <a:t>Study of Feasibility of Project  by Solution Tech Consultants for PC Solutions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3346563884"/>
                  </a:ext>
                </a:extLst>
              </a:tr>
              <a:tr h="185323">
                <a:tc>
                  <a:txBody>
                    <a:bodyPr/>
                    <a:lstStyle/>
                    <a:p>
                      <a:pPr algn="l" fontAlgn="b"/>
                      <a:r>
                        <a:rPr lang="en-US" sz="900" u="none" strike="noStrike">
                          <a:effectLst/>
                        </a:rPr>
                        <a:t>Security Plan</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2/19/2021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3/5/2021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14</a:t>
                      </a:r>
                      <a:endParaRPr lang="en-US" sz="900" b="0" i="0" u="none" strike="noStrike">
                        <a:solidFill>
                          <a:srgbClr val="000000"/>
                        </a:solidFill>
                        <a:effectLst/>
                        <a:latin typeface="Calibri" panose="020F0502020204030204" pitchFamily="34" charset="0"/>
                      </a:endParaRPr>
                    </a:p>
                  </a:txBody>
                  <a:tcPr marL="6590" marR="6590" marT="6590" marB="0" anchor="b"/>
                </a:tc>
                <a:tc gridSpan="5">
                  <a:txBody>
                    <a:bodyPr/>
                    <a:lstStyle/>
                    <a:p>
                      <a:pPr algn="l" fontAlgn="b"/>
                      <a:r>
                        <a:rPr lang="en-US" sz="900" u="none" strike="noStrike">
                          <a:effectLst/>
                        </a:rPr>
                        <a:t>Security Plan by Solution Tech Consultants for PC Solutions </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4173521602"/>
                  </a:ext>
                </a:extLst>
              </a:tr>
              <a:tr h="185323">
                <a:tc>
                  <a:txBody>
                    <a:bodyPr/>
                    <a:lstStyle/>
                    <a:p>
                      <a:pPr algn="l" fontAlgn="b"/>
                      <a:r>
                        <a:rPr lang="en-US" sz="900" u="none" strike="noStrike">
                          <a:effectLst/>
                        </a:rPr>
                        <a:t>Timeline and Schedule</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3/6/2021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3/12/2021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6</a:t>
                      </a:r>
                      <a:endParaRPr lang="en-US" sz="900" b="0" i="0" u="none" strike="noStrike">
                        <a:solidFill>
                          <a:srgbClr val="000000"/>
                        </a:solidFill>
                        <a:effectLst/>
                        <a:latin typeface="Calibri" panose="020F0502020204030204" pitchFamily="34" charset="0"/>
                      </a:endParaRPr>
                    </a:p>
                  </a:txBody>
                  <a:tcPr marL="6590" marR="6590" marT="6590" marB="0" anchor="b"/>
                </a:tc>
                <a:tc gridSpan="4">
                  <a:txBody>
                    <a:bodyPr/>
                    <a:lstStyle/>
                    <a:p>
                      <a:pPr algn="l" fontAlgn="b"/>
                      <a:r>
                        <a:rPr lang="en-US" sz="900" u="none" strike="noStrike">
                          <a:effectLst/>
                        </a:rPr>
                        <a:t>Timeline and Schedule by Solution Tech Consutants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1858371749"/>
                  </a:ext>
                </a:extLst>
              </a:tr>
              <a:tr h="185323">
                <a:tc>
                  <a:txBody>
                    <a:bodyPr/>
                    <a:lstStyle/>
                    <a:p>
                      <a:pPr algn="l" fontAlgn="b"/>
                      <a:r>
                        <a:rPr lang="en-US" sz="900" u="none" strike="noStrike">
                          <a:effectLst/>
                        </a:rPr>
                        <a:t>Database Design</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3/13/2021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3/19/2021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6</a:t>
                      </a:r>
                      <a:endParaRPr lang="en-US" sz="900" b="0" i="0" u="none" strike="noStrike">
                        <a:solidFill>
                          <a:srgbClr val="000000"/>
                        </a:solidFill>
                        <a:effectLst/>
                        <a:latin typeface="Calibri" panose="020F0502020204030204" pitchFamily="34" charset="0"/>
                      </a:endParaRPr>
                    </a:p>
                  </a:txBody>
                  <a:tcPr marL="6590" marR="6590" marT="6590" marB="0" anchor="b"/>
                </a:tc>
                <a:tc gridSpan="4">
                  <a:txBody>
                    <a:bodyPr/>
                    <a:lstStyle/>
                    <a:p>
                      <a:pPr algn="l" fontAlgn="b"/>
                      <a:r>
                        <a:rPr lang="en-US" sz="900" u="none" strike="noStrike">
                          <a:effectLst/>
                        </a:rPr>
                        <a:t>Database Design by Solution Tech for PC Solutions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4195954869"/>
                  </a:ext>
                </a:extLst>
              </a:tr>
              <a:tr h="185323">
                <a:tc>
                  <a:txBody>
                    <a:bodyPr/>
                    <a:lstStyle/>
                    <a:p>
                      <a:pPr algn="l" fontAlgn="b"/>
                      <a:r>
                        <a:rPr lang="en-US" sz="900" u="none" strike="noStrike">
                          <a:effectLst/>
                        </a:rPr>
                        <a:t>User Interface Design</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3/20/2021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3/26/2021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6</a:t>
                      </a:r>
                      <a:endParaRPr lang="en-US" sz="900" b="0" i="0" u="none" strike="noStrike">
                        <a:solidFill>
                          <a:srgbClr val="000000"/>
                        </a:solidFill>
                        <a:effectLst/>
                        <a:latin typeface="Calibri" panose="020F0502020204030204" pitchFamily="34" charset="0"/>
                      </a:endParaRPr>
                    </a:p>
                  </a:txBody>
                  <a:tcPr marL="6590" marR="6590" marT="6590" marB="0" anchor="b"/>
                </a:tc>
                <a:tc gridSpan="3">
                  <a:txBody>
                    <a:bodyPr/>
                    <a:lstStyle/>
                    <a:p>
                      <a:pPr algn="l" fontAlgn="b"/>
                      <a:r>
                        <a:rPr lang="en-US" sz="900" u="none" strike="noStrike">
                          <a:effectLst/>
                        </a:rPr>
                        <a:t>User Interface Design for PC Solutions.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1944543292"/>
                  </a:ext>
                </a:extLst>
              </a:tr>
              <a:tr h="329462">
                <a:tc>
                  <a:txBody>
                    <a:bodyPr/>
                    <a:lstStyle/>
                    <a:p>
                      <a:pPr algn="l" fontAlgn="b"/>
                      <a:r>
                        <a:rPr lang="en-US" sz="900" u="none" strike="noStrike">
                          <a:effectLst/>
                        </a:rPr>
                        <a:t>Data Backup</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3/26/2021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3/26/2021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a:t>
                      </a:r>
                      <a:endParaRPr lang="en-US" sz="900" b="0" i="0" u="none" strike="noStrike">
                        <a:solidFill>
                          <a:srgbClr val="000000"/>
                        </a:solidFill>
                        <a:effectLst/>
                        <a:latin typeface="Calibri" panose="020F0502020204030204" pitchFamily="34" charset="0"/>
                      </a:endParaRPr>
                    </a:p>
                  </a:txBody>
                  <a:tcPr marL="6590" marR="6590" marT="6590" marB="0" anchor="b"/>
                </a:tc>
                <a:tc gridSpan="6">
                  <a:txBody>
                    <a:bodyPr/>
                    <a:lstStyle/>
                    <a:p>
                      <a:pPr algn="l" fontAlgn="b"/>
                      <a:r>
                        <a:rPr lang="en-US" sz="900" u="none" strike="noStrike">
                          <a:effectLst/>
                        </a:rPr>
                        <a:t>Backup of Work done up to now by Solution Tech Consultants for PC Solutions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2752131006"/>
                  </a:ext>
                </a:extLst>
              </a:tr>
              <a:tr h="185323">
                <a:tc>
                  <a:txBody>
                    <a:bodyPr/>
                    <a:lstStyle/>
                    <a:p>
                      <a:pPr algn="l" fontAlgn="b"/>
                      <a:r>
                        <a:rPr lang="en-US" sz="900" u="none" strike="noStrike">
                          <a:effectLst/>
                        </a:rPr>
                        <a:t>Software Selection</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3/27/2021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4/2/2021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6</a:t>
                      </a:r>
                      <a:endParaRPr lang="en-US" sz="900" b="0" i="0" u="none" strike="noStrike">
                        <a:solidFill>
                          <a:srgbClr val="000000"/>
                        </a:solidFill>
                        <a:effectLst/>
                        <a:latin typeface="Calibri" panose="020F0502020204030204" pitchFamily="34" charset="0"/>
                      </a:endParaRPr>
                    </a:p>
                  </a:txBody>
                  <a:tcPr marL="6590" marR="6590" marT="6590" marB="0" anchor="b"/>
                </a:tc>
                <a:tc gridSpan="4">
                  <a:txBody>
                    <a:bodyPr/>
                    <a:lstStyle/>
                    <a:p>
                      <a:pPr algn="l" fontAlgn="b"/>
                      <a:r>
                        <a:rPr lang="en-US" sz="900" u="none" strike="noStrike">
                          <a:effectLst/>
                        </a:rPr>
                        <a:t>Software selected by Solution Tech for PC Solutions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2794176334"/>
                  </a:ext>
                </a:extLst>
              </a:tr>
              <a:tr h="185323">
                <a:tc>
                  <a:txBody>
                    <a:bodyPr/>
                    <a:lstStyle/>
                    <a:p>
                      <a:pPr algn="l" fontAlgn="b"/>
                      <a:r>
                        <a:rPr lang="en-US" sz="900" u="none" strike="noStrike">
                          <a:effectLst/>
                        </a:rPr>
                        <a:t>Platform Testing </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4/4/2021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4/4/2021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a:t>
                      </a:r>
                      <a:endParaRPr lang="en-US" sz="900" b="0" i="0" u="none" strike="noStrike">
                        <a:solidFill>
                          <a:srgbClr val="000000"/>
                        </a:solidFill>
                        <a:effectLst/>
                        <a:latin typeface="Calibri" panose="020F0502020204030204" pitchFamily="34" charset="0"/>
                      </a:endParaRPr>
                    </a:p>
                  </a:txBody>
                  <a:tcPr marL="6590" marR="6590" marT="6590" marB="0" anchor="b"/>
                </a:tc>
                <a:tc gridSpan="4">
                  <a:txBody>
                    <a:bodyPr/>
                    <a:lstStyle/>
                    <a:p>
                      <a:pPr algn="l" fontAlgn="b"/>
                      <a:r>
                        <a:rPr lang="en-US" sz="900" u="none" strike="noStrike">
                          <a:effectLst/>
                        </a:rPr>
                        <a:t>Platform Testing at PC Solutions Location</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2959279985"/>
                  </a:ext>
                </a:extLst>
              </a:tr>
              <a:tr h="185323">
                <a:tc>
                  <a:txBody>
                    <a:bodyPr/>
                    <a:lstStyle/>
                    <a:p>
                      <a:pPr algn="l" fontAlgn="b"/>
                      <a:r>
                        <a:rPr lang="en-US" sz="900" u="none" strike="noStrike">
                          <a:effectLst/>
                        </a:rPr>
                        <a:t>Recommendations </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4/3/2021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4/9/2021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6</a:t>
                      </a:r>
                      <a:endParaRPr lang="en-US" sz="900" b="0" i="0" u="none" strike="noStrike">
                        <a:solidFill>
                          <a:srgbClr val="000000"/>
                        </a:solidFill>
                        <a:effectLst/>
                        <a:latin typeface="Calibri" panose="020F0502020204030204" pitchFamily="34" charset="0"/>
                      </a:endParaRPr>
                    </a:p>
                  </a:txBody>
                  <a:tcPr marL="6590" marR="6590" marT="6590" marB="0" anchor="b"/>
                </a:tc>
                <a:tc gridSpan="5">
                  <a:txBody>
                    <a:bodyPr/>
                    <a:lstStyle/>
                    <a:p>
                      <a:pPr algn="l" fontAlgn="b"/>
                      <a:r>
                        <a:rPr lang="en-US" sz="900" u="none" strike="noStrike">
                          <a:effectLst/>
                        </a:rPr>
                        <a:t>Final Recommendations by Solution Tech given to PC Solutions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699280332"/>
                  </a:ext>
                </a:extLst>
              </a:tr>
              <a:tr h="185323">
                <a:tc>
                  <a:txBody>
                    <a:bodyPr/>
                    <a:lstStyle/>
                    <a:p>
                      <a:pPr algn="l" fontAlgn="b"/>
                      <a:r>
                        <a:rPr lang="en-US" sz="900" u="none" strike="noStrike">
                          <a:effectLst/>
                        </a:rPr>
                        <a:t>Implementation Plans</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4/3/2021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4/9/2021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6</a:t>
                      </a:r>
                      <a:endParaRPr lang="en-US" sz="900" b="0" i="0" u="none" strike="noStrike">
                        <a:solidFill>
                          <a:srgbClr val="000000"/>
                        </a:solidFill>
                        <a:effectLst/>
                        <a:latin typeface="Calibri" panose="020F0502020204030204" pitchFamily="34" charset="0"/>
                      </a:endParaRPr>
                    </a:p>
                  </a:txBody>
                  <a:tcPr marL="6590" marR="6590" marT="6590" marB="0" anchor="b"/>
                </a:tc>
                <a:tc gridSpan="5">
                  <a:txBody>
                    <a:bodyPr/>
                    <a:lstStyle/>
                    <a:p>
                      <a:pPr algn="l" fontAlgn="b"/>
                      <a:r>
                        <a:rPr lang="en-US" sz="900" u="none" strike="noStrike">
                          <a:effectLst/>
                        </a:rPr>
                        <a:t>Final Implementation Plans by Solution Tech given to PC Solutions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1605107097"/>
                  </a:ext>
                </a:extLst>
              </a:tr>
              <a:tr h="329462">
                <a:tc>
                  <a:txBody>
                    <a:bodyPr/>
                    <a:lstStyle/>
                    <a:p>
                      <a:pPr algn="l" fontAlgn="b"/>
                      <a:r>
                        <a:rPr lang="en-US" sz="900" u="none" strike="noStrike">
                          <a:effectLst/>
                        </a:rPr>
                        <a:t>Training</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3/30/2021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4/9/2021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10</a:t>
                      </a:r>
                      <a:endParaRPr lang="en-US" sz="900" b="0" i="0" u="none" strike="noStrike">
                        <a:solidFill>
                          <a:srgbClr val="000000"/>
                        </a:solidFill>
                        <a:effectLst/>
                        <a:latin typeface="Calibri" panose="020F0502020204030204" pitchFamily="34" charset="0"/>
                      </a:endParaRPr>
                    </a:p>
                  </a:txBody>
                  <a:tcPr marL="6590" marR="6590" marT="6590" marB="0" anchor="b"/>
                </a:tc>
                <a:tc gridSpan="6">
                  <a:txBody>
                    <a:bodyPr/>
                    <a:lstStyle/>
                    <a:p>
                      <a:pPr algn="l" fontAlgn="b"/>
                      <a:r>
                        <a:rPr lang="en-US" sz="900" u="none" strike="noStrike">
                          <a:effectLst/>
                        </a:rPr>
                        <a:t>Training provided by Solution Tech Consultants for PC Solutions Employees</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2057062868"/>
                  </a:ext>
                </a:extLst>
              </a:tr>
              <a:tr h="185323">
                <a:tc>
                  <a:txBody>
                    <a:bodyPr/>
                    <a:lstStyle/>
                    <a:p>
                      <a:pPr algn="l" fontAlgn="b"/>
                      <a:r>
                        <a:rPr lang="en-US" sz="900" u="none" strike="noStrike">
                          <a:effectLst/>
                        </a:rPr>
                        <a:t>Implementation</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4/13/2021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4/26/2021</a:t>
                      </a:r>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r" fontAlgn="b"/>
                      <a:r>
                        <a:rPr lang="en-US" sz="900" u="none" strike="noStrike">
                          <a:effectLst/>
                        </a:rPr>
                        <a:t>13</a:t>
                      </a:r>
                      <a:endParaRPr lang="en-US" sz="900" b="0" i="0" u="none" strike="noStrike">
                        <a:solidFill>
                          <a:srgbClr val="000000"/>
                        </a:solidFill>
                        <a:effectLst/>
                        <a:latin typeface="Calibri" panose="020F0502020204030204" pitchFamily="34" charset="0"/>
                      </a:endParaRPr>
                    </a:p>
                  </a:txBody>
                  <a:tcPr marL="6590" marR="6590" marT="6590" marB="0" anchor="b"/>
                </a:tc>
                <a:tc gridSpan="6">
                  <a:txBody>
                    <a:bodyPr/>
                    <a:lstStyle/>
                    <a:p>
                      <a:pPr algn="l" fontAlgn="b"/>
                      <a:r>
                        <a:rPr lang="en-US" sz="900" u="none" strike="noStrike">
                          <a:effectLst/>
                        </a:rPr>
                        <a:t>Day Project Implemented by Solution Tech Consultants and goes live.</a:t>
                      </a:r>
                      <a:endParaRPr lang="en-US" sz="900" b="0" i="0" u="none" strike="noStrike">
                        <a:solidFill>
                          <a:srgbClr val="000000"/>
                        </a:solidFill>
                        <a:effectLst/>
                        <a:latin typeface="Calibri" panose="020F0502020204030204" pitchFamily="34" charset="0"/>
                      </a:endParaRPr>
                    </a:p>
                  </a:txBody>
                  <a:tcPr marL="6590" marR="6590" marT="659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6590" marR="6590" marT="6590" marB="0" anchor="b"/>
                </a:tc>
                <a:tc>
                  <a:txBody>
                    <a:bodyPr/>
                    <a:lstStyle/>
                    <a:p>
                      <a:pPr algn="l" fontAlgn="b"/>
                      <a:endParaRPr lang="en-US" sz="900" b="0" i="0" u="none" strike="noStrike" dirty="0">
                        <a:solidFill>
                          <a:srgbClr val="000000"/>
                        </a:solidFill>
                        <a:effectLst/>
                        <a:latin typeface="Calibri" panose="020F0502020204030204" pitchFamily="34" charset="0"/>
                      </a:endParaRPr>
                    </a:p>
                  </a:txBody>
                  <a:tcPr marL="6590" marR="6590" marT="6590" marB="0" anchor="b"/>
                </a:tc>
                <a:extLst>
                  <a:ext uri="{0D108BD9-81ED-4DB2-BD59-A6C34878D82A}">
                    <a16:rowId xmlns:a16="http://schemas.microsoft.com/office/drawing/2014/main" val="1614799957"/>
                  </a:ext>
                </a:extLst>
              </a:tr>
            </a:tbl>
          </a:graphicData>
        </a:graphic>
      </p:graphicFrame>
    </p:spTree>
    <p:extLst>
      <p:ext uri="{BB962C8B-B14F-4D97-AF65-F5344CB8AC3E}">
        <p14:creationId xmlns:p14="http://schemas.microsoft.com/office/powerpoint/2010/main" val="3798177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75" name="Rectangle 8">
            <a:extLst>
              <a:ext uri="{FF2B5EF4-FFF2-40B4-BE49-F238E27FC236}">
                <a16:creationId xmlns:a16="http://schemas.microsoft.com/office/drawing/2014/main" id="{C6270675-9512-4978-8583-36659256E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5F18D8-05FE-413A-9A4A-CEDE484C9D7C}"/>
              </a:ext>
            </a:extLst>
          </p:cNvPr>
          <p:cNvSpPr>
            <a:spLocks noGrp="1"/>
          </p:cNvSpPr>
          <p:nvPr>
            <p:ph type="title"/>
          </p:nvPr>
        </p:nvSpPr>
        <p:spPr>
          <a:xfrm>
            <a:off x="1141413" y="618518"/>
            <a:ext cx="9905998" cy="1478570"/>
          </a:xfrm>
        </p:spPr>
        <p:txBody>
          <a:bodyPr>
            <a:normAutofit/>
          </a:bodyPr>
          <a:lstStyle/>
          <a:p>
            <a:r>
              <a:rPr lang="en-US"/>
              <a:t>PC Solutions TimeLine and Schedule</a:t>
            </a:r>
            <a:endParaRPr lang="en-US" dirty="0"/>
          </a:p>
        </p:txBody>
      </p:sp>
      <p:graphicFrame>
        <p:nvGraphicFramePr>
          <p:cNvPr id="4" name="Content Placeholder 3">
            <a:extLst>
              <a:ext uri="{FF2B5EF4-FFF2-40B4-BE49-F238E27FC236}">
                <a16:creationId xmlns:a16="http://schemas.microsoft.com/office/drawing/2014/main" id="{28EEE4CB-A6AA-400F-B17E-50343A07EF3B}"/>
              </a:ext>
            </a:extLst>
          </p:cNvPr>
          <p:cNvGraphicFramePr>
            <a:graphicFrameLocks noGrp="1"/>
          </p:cNvGraphicFramePr>
          <p:nvPr>
            <p:ph idx="1"/>
            <p:extLst>
              <p:ext uri="{D42A27DB-BD31-4B8C-83A1-F6EECF244321}">
                <p14:modId xmlns:p14="http://schemas.microsoft.com/office/powerpoint/2010/main" val="3893115576"/>
              </p:ext>
            </p:extLst>
          </p:nvPr>
        </p:nvGraphicFramePr>
        <p:xfrm>
          <a:off x="1141413" y="2249488"/>
          <a:ext cx="9906000" cy="35417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28963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AC42-9A90-4300-9992-FB8E61FAA258}"/>
              </a:ext>
            </a:extLst>
          </p:cNvPr>
          <p:cNvSpPr>
            <a:spLocks noGrp="1"/>
          </p:cNvSpPr>
          <p:nvPr>
            <p:ph type="title"/>
          </p:nvPr>
        </p:nvSpPr>
        <p:spPr/>
        <p:txBody>
          <a:bodyPr/>
          <a:lstStyle/>
          <a:p>
            <a:r>
              <a:rPr lang="en-US" dirty="0"/>
              <a:t>Database Design and User interface design</a:t>
            </a:r>
          </a:p>
        </p:txBody>
      </p:sp>
      <p:sp>
        <p:nvSpPr>
          <p:cNvPr id="3" name="Content Placeholder 2">
            <a:extLst>
              <a:ext uri="{FF2B5EF4-FFF2-40B4-BE49-F238E27FC236}">
                <a16:creationId xmlns:a16="http://schemas.microsoft.com/office/drawing/2014/main" id="{358CB4EE-47F7-48FC-B798-731C80C4A969}"/>
              </a:ext>
            </a:extLst>
          </p:cNvPr>
          <p:cNvSpPr>
            <a:spLocks noGrp="1"/>
          </p:cNvSpPr>
          <p:nvPr>
            <p:ph idx="1"/>
          </p:nvPr>
        </p:nvSpPr>
        <p:spPr/>
        <p:txBody>
          <a:bodyPr/>
          <a:lstStyle/>
          <a:p>
            <a:r>
              <a:rPr lang="en-US" dirty="0"/>
              <a:t>Refer to professional documentation package.</a:t>
            </a:r>
          </a:p>
        </p:txBody>
      </p:sp>
    </p:spTree>
    <p:extLst>
      <p:ext uri="{BB962C8B-B14F-4D97-AF65-F5344CB8AC3E}">
        <p14:creationId xmlns:p14="http://schemas.microsoft.com/office/powerpoint/2010/main" val="3229570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BD140F-A0C5-43FF-ADC7-233E1C4F8D7D}"/>
              </a:ext>
            </a:extLst>
          </p:cNvPr>
          <p:cNvSpPr>
            <a:spLocks noGrp="1"/>
          </p:cNvSpPr>
          <p:nvPr>
            <p:ph type="title"/>
          </p:nvPr>
        </p:nvSpPr>
        <p:spPr/>
        <p:txBody>
          <a:bodyPr/>
          <a:lstStyle/>
          <a:p>
            <a:r>
              <a:rPr lang="en-US" dirty="0"/>
              <a:t>What software was selected for use?</a:t>
            </a:r>
          </a:p>
        </p:txBody>
      </p:sp>
      <p:sp>
        <p:nvSpPr>
          <p:cNvPr id="5" name="Text Placeholder 4">
            <a:extLst>
              <a:ext uri="{FF2B5EF4-FFF2-40B4-BE49-F238E27FC236}">
                <a16:creationId xmlns:a16="http://schemas.microsoft.com/office/drawing/2014/main" id="{6405CF99-0B46-4DFE-9231-86D74CA6035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42599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7BDF6-DE20-416D-8CF5-D44EC5A43996}"/>
              </a:ext>
            </a:extLst>
          </p:cNvPr>
          <p:cNvSpPr>
            <a:spLocks noGrp="1"/>
          </p:cNvSpPr>
          <p:nvPr>
            <p:ph type="title"/>
          </p:nvPr>
        </p:nvSpPr>
        <p:spPr/>
        <p:txBody>
          <a:bodyPr/>
          <a:lstStyle/>
          <a:p>
            <a:r>
              <a:rPr lang="en-US" dirty="0"/>
              <a:t>Software Selection</a:t>
            </a:r>
          </a:p>
        </p:txBody>
      </p:sp>
      <p:sp>
        <p:nvSpPr>
          <p:cNvPr id="3" name="Content Placeholder 2">
            <a:extLst>
              <a:ext uri="{FF2B5EF4-FFF2-40B4-BE49-F238E27FC236}">
                <a16:creationId xmlns:a16="http://schemas.microsoft.com/office/drawing/2014/main" id="{74D331E6-1BA6-40B8-8D5B-39CDFBFD332C}"/>
              </a:ext>
            </a:extLst>
          </p:cNvPr>
          <p:cNvSpPr>
            <a:spLocks noGrp="1"/>
          </p:cNvSpPr>
          <p:nvPr>
            <p:ph idx="1"/>
          </p:nvPr>
        </p:nvSpPr>
        <p:spPr/>
        <p:txBody>
          <a:bodyPr>
            <a:normAutofit fontScale="92500"/>
          </a:bodyPr>
          <a:lstStyle/>
          <a:p>
            <a:r>
              <a:rPr lang="en-US" dirty="0"/>
              <a:t>For the Helpdesk platform SolarWinds Web Helpdesk vs. Spiceworks Helpdesk was compared.</a:t>
            </a:r>
          </a:p>
          <a:p>
            <a:r>
              <a:rPr lang="en-US" dirty="0"/>
              <a:t>The one with all the features that would have benefited PC Solutions was Spiceworks because it included an easier interface to use than the other one, but the Project Manager just decided that SolarWinds was better because of the support or etc.</a:t>
            </a:r>
          </a:p>
          <a:p>
            <a:r>
              <a:rPr lang="en-US" dirty="0"/>
              <a:t>For the Password protected application Microsoft excel was chosen because it has an easy interface, and it is convenient to use.</a:t>
            </a:r>
          </a:p>
        </p:txBody>
      </p:sp>
    </p:spTree>
    <p:extLst>
      <p:ext uri="{BB962C8B-B14F-4D97-AF65-F5344CB8AC3E}">
        <p14:creationId xmlns:p14="http://schemas.microsoft.com/office/powerpoint/2010/main" val="341933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C4168A-49F2-4D2F-8A14-816F28A988B5}"/>
              </a:ext>
            </a:extLst>
          </p:cNvPr>
          <p:cNvSpPr>
            <a:spLocks noGrp="1"/>
          </p:cNvSpPr>
          <p:nvPr>
            <p:ph type="title"/>
          </p:nvPr>
        </p:nvSpPr>
        <p:spPr/>
        <p:txBody>
          <a:bodyPr/>
          <a:lstStyle/>
          <a:p>
            <a:r>
              <a:rPr lang="en-US" dirty="0"/>
              <a:t>How will the software be implemented?</a:t>
            </a:r>
          </a:p>
        </p:txBody>
      </p:sp>
      <p:sp>
        <p:nvSpPr>
          <p:cNvPr id="5" name="Text Placeholder 4">
            <a:extLst>
              <a:ext uri="{FF2B5EF4-FFF2-40B4-BE49-F238E27FC236}">
                <a16:creationId xmlns:a16="http://schemas.microsoft.com/office/drawing/2014/main" id="{1197C477-8B81-4A9C-86AB-DC77B6C697B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70223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4C7B1-ABF5-458D-8ECF-37C7B56BC494}"/>
              </a:ext>
            </a:extLst>
          </p:cNvPr>
          <p:cNvSpPr>
            <a:spLocks noGrp="1"/>
          </p:cNvSpPr>
          <p:nvPr>
            <p:ph type="title"/>
          </p:nvPr>
        </p:nvSpPr>
        <p:spPr/>
        <p:txBody>
          <a:bodyPr/>
          <a:lstStyle/>
          <a:p>
            <a:r>
              <a:rPr lang="en-US" dirty="0"/>
              <a:t>Implementation Plans</a:t>
            </a:r>
          </a:p>
        </p:txBody>
      </p:sp>
      <p:sp>
        <p:nvSpPr>
          <p:cNvPr id="3" name="Content Placeholder 2">
            <a:extLst>
              <a:ext uri="{FF2B5EF4-FFF2-40B4-BE49-F238E27FC236}">
                <a16:creationId xmlns:a16="http://schemas.microsoft.com/office/drawing/2014/main" id="{6E3D7595-022D-4422-A765-D6D951656067}"/>
              </a:ext>
            </a:extLst>
          </p:cNvPr>
          <p:cNvSpPr>
            <a:spLocks noGrp="1"/>
          </p:cNvSpPr>
          <p:nvPr>
            <p:ph idx="1"/>
          </p:nvPr>
        </p:nvSpPr>
        <p:spPr/>
        <p:txBody>
          <a:bodyPr>
            <a:normAutofit fontScale="92500" lnSpcReduction="10000"/>
          </a:bodyPr>
          <a:lstStyle/>
          <a:p>
            <a:r>
              <a:rPr lang="en-US" dirty="0"/>
              <a:t>Solution Tech Consultants will conduct testing at the PC Solutions location on April 4th, 2021. </a:t>
            </a:r>
          </a:p>
          <a:p>
            <a:r>
              <a:rPr lang="en-US" dirty="0"/>
              <a:t>The systems Solution Tech Consultants will test that day include helpdesk platform, application with password support, hardware firewall.</a:t>
            </a:r>
          </a:p>
          <a:p>
            <a:r>
              <a:rPr lang="en-US" dirty="0"/>
              <a:t>Training will be provided by Solution Tech Consultants from March 30th to April 9th, 2021 to the PC Solutions Information Technology Department.</a:t>
            </a:r>
          </a:p>
          <a:p>
            <a:r>
              <a:rPr lang="en-US" dirty="0"/>
              <a:t>Two trainers will be conducting the training, one hardware firewall trainer and one helpdesk trainer.</a:t>
            </a:r>
          </a:p>
          <a:p>
            <a:endParaRPr lang="en-US" dirty="0"/>
          </a:p>
        </p:txBody>
      </p:sp>
    </p:spTree>
    <p:extLst>
      <p:ext uri="{BB962C8B-B14F-4D97-AF65-F5344CB8AC3E}">
        <p14:creationId xmlns:p14="http://schemas.microsoft.com/office/powerpoint/2010/main" val="1880638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47DB36-585A-428B-9C00-288D59A1B006}"/>
              </a:ext>
            </a:extLst>
          </p:cNvPr>
          <p:cNvSpPr>
            <a:spLocks noGrp="1"/>
          </p:cNvSpPr>
          <p:nvPr>
            <p:ph type="title"/>
          </p:nvPr>
        </p:nvSpPr>
        <p:spPr/>
        <p:txBody>
          <a:bodyPr/>
          <a:lstStyle/>
          <a:p>
            <a:r>
              <a:rPr lang="en-US" dirty="0"/>
              <a:t>Final Recommendations</a:t>
            </a:r>
          </a:p>
        </p:txBody>
      </p:sp>
      <p:sp>
        <p:nvSpPr>
          <p:cNvPr id="5" name="Content Placeholder 4">
            <a:extLst>
              <a:ext uri="{FF2B5EF4-FFF2-40B4-BE49-F238E27FC236}">
                <a16:creationId xmlns:a16="http://schemas.microsoft.com/office/drawing/2014/main" id="{C375CE7E-C9E2-4E25-B189-80E838792216}"/>
              </a:ext>
            </a:extLst>
          </p:cNvPr>
          <p:cNvSpPr>
            <a:spLocks noGrp="1"/>
          </p:cNvSpPr>
          <p:nvPr>
            <p:ph idx="1"/>
          </p:nvPr>
        </p:nvSpPr>
        <p:spPr/>
        <p:txBody>
          <a:bodyPr/>
          <a:lstStyle/>
          <a:p>
            <a:r>
              <a:rPr lang="en-US" dirty="0"/>
              <a:t>Help desk platform with automatic ticket acknowledgement which will simplify the PC Solutions business process.</a:t>
            </a:r>
          </a:p>
          <a:p>
            <a:r>
              <a:rPr lang="en-US" dirty="0"/>
              <a:t>Fully Operational corporate grade firewall for security of clients.</a:t>
            </a:r>
          </a:p>
          <a:p>
            <a:r>
              <a:rPr lang="en-US" dirty="0"/>
              <a:t>Application to store confidential customer information ensuring Information Security.</a:t>
            </a:r>
          </a:p>
          <a:p>
            <a:endParaRPr lang="en-US" dirty="0"/>
          </a:p>
        </p:txBody>
      </p:sp>
    </p:spTree>
    <p:extLst>
      <p:ext uri="{BB962C8B-B14F-4D97-AF65-F5344CB8AC3E}">
        <p14:creationId xmlns:p14="http://schemas.microsoft.com/office/powerpoint/2010/main" val="41372270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41CBB0-BAA0-4983-8F2B-E10AF3358DA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E096F0E7-E7B5-406E-8E94-F0043B2AC7F6}">
  <ds:schemaRefs>
    <ds:schemaRef ds:uri="http://schemas.microsoft.com/sharepoint/v3/contenttype/forms"/>
  </ds:schemaRefs>
</ds:datastoreItem>
</file>

<file path=customXml/itemProps3.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Circuit design</Template>
  <TotalTime>331</TotalTime>
  <Words>1619</Words>
  <Application>Microsoft Office PowerPoint</Application>
  <PresentationFormat>Widescreen</PresentationFormat>
  <Paragraphs>164</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Symbol</vt:lpstr>
      <vt:lpstr>Times New Roman</vt:lpstr>
      <vt:lpstr>Tw Cen MT</vt:lpstr>
      <vt:lpstr>Circuit</vt:lpstr>
      <vt:lpstr>CTS 289 Presentation</vt:lpstr>
      <vt:lpstr>Company details</vt:lpstr>
      <vt:lpstr>PC Solutions EXECUTIVE management</vt:lpstr>
      <vt:lpstr>Overview of Current system</vt:lpstr>
      <vt:lpstr>Why is a new system needed?</vt:lpstr>
      <vt:lpstr>PROJECT GOAL</vt:lpstr>
      <vt:lpstr>What will the PC Solutions project contain?</vt:lpstr>
      <vt:lpstr>What will this project deliver?</vt:lpstr>
      <vt:lpstr>Technical aspects of this project</vt:lpstr>
      <vt:lpstr>IS The PC Solutions project feasible?</vt:lpstr>
      <vt:lpstr>Technical Feasibility</vt:lpstr>
      <vt:lpstr>Financial Feasibility</vt:lpstr>
      <vt:lpstr>Security is very important with all these data breaches going on. What security plans are going to be recommended?</vt:lpstr>
      <vt:lpstr>Security Plan</vt:lpstr>
      <vt:lpstr>Security Plan Continued ….</vt:lpstr>
      <vt:lpstr>Security plan Continued …</vt:lpstr>
      <vt:lpstr>Pc Solutions Timeline AND SCHEDULE TASKS</vt:lpstr>
      <vt:lpstr>PC Solutions TimeLine and Schedule</vt:lpstr>
      <vt:lpstr>Database Design and User interface design</vt:lpstr>
      <vt:lpstr>What software was selected for use?</vt:lpstr>
      <vt:lpstr>Software Selection</vt:lpstr>
      <vt:lpstr>How will the software be implemented?</vt:lpstr>
      <vt:lpstr>Implementation Plans</vt:lpstr>
      <vt:lpstr>Final 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 Solutions presentation</dc:title>
  <dc:creator>Obed Cahua</dc:creator>
  <cp:lastModifiedBy>Obed Cahua</cp:lastModifiedBy>
  <cp:revision>1</cp:revision>
  <dcterms:created xsi:type="dcterms:W3CDTF">2021-03-29T18:33:56Z</dcterms:created>
  <dcterms:modified xsi:type="dcterms:W3CDTF">2021-04-12T21:07:07Z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